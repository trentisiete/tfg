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81c22143a4715" /><Relationship Type="http://schemas.openxmlformats.org/officeDocument/2006/relationships/extended-properties" Target="/docProps/app.xml" Id="R94fd9a285c21456a" /><Relationship Type="http://schemas.openxmlformats.org/officeDocument/2006/relationships/officeDocument" Target="/ppt/presentation.xml" Id="R5cb75f795b2b44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d095b318984be7"/>
  </p:sldMasterIdLst>
  <p:notesMasterIdLst>
    <p:notesMasterId xmlns:r="http://schemas.openxmlformats.org/officeDocument/2006/relationships" r:id="R4525af2336f340cd"/>
  </p:notesMasterIdLst>
  <p:sldIdLst>
    <p:sldId xmlns:r="http://schemas.openxmlformats.org/officeDocument/2006/relationships" id="256" r:id="R54c6943c914648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ded1fa6174c7b" /><Relationship Type="http://schemas.openxmlformats.org/officeDocument/2006/relationships/slideMaster" Target="/ppt/slideMasters/slideMaster1.xml" Id="R64d095b318984be7" /><Relationship Type="http://schemas.openxmlformats.org/officeDocument/2006/relationships/notesMaster" Target="/ppt/notesMasters/notesMaster1.xml" Id="R4525af2336f340cd" /><Relationship Type="http://schemas.openxmlformats.org/officeDocument/2006/relationships/presProps" Target="/ppt/presProps.xml" Id="Rf79323f1226a46c5" /><Relationship Type="http://schemas.openxmlformats.org/officeDocument/2006/relationships/tableStyles" Target="/ppt/tableStyles.xml" Id="Rfcc6a39eda29423e" /><Relationship Type="http://schemas.openxmlformats.org/officeDocument/2006/relationships/slide" Target="/ppt/slides/slide1.xml" Id="R54c6943c9146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ee187c90047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f92d43e36442d4" /><Relationship Type="http://schemas.openxmlformats.org/officeDocument/2006/relationships/notesMaster" Target="/ppt/notesMasters/notesMaster1.xml" Id="R7be5a622f98b4b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008287a464d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8a4c3b123f44e2" /><Relationship Type="http://schemas.openxmlformats.org/officeDocument/2006/relationships/slideLayout" Target="/ppt/slideLayouts/slideLayout1.xml" Id="Refaa83dc8b7549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a83dc8b7549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203ae81f748bb" /><Relationship Type="http://schemas.openxmlformats.org/officeDocument/2006/relationships/image" Target="/ppt/media/image.png" Id="Rff7c23d33e93457d" /><Relationship Type="http://schemas.openxmlformats.org/officeDocument/2006/relationships/image" Target="/ppt/media/image2.png" Id="R074107958cba49f7" /><Relationship Type="http://schemas.openxmlformats.org/officeDocument/2006/relationships/image" Target="/ppt/media/image3.png" Id="Rd7449da0a3e34438" /><Relationship Type="http://schemas.openxmlformats.org/officeDocument/2006/relationships/image" Target="/ppt/media/image4.png" Id="R24edce4ae76e4ddc" /><Relationship Type="http://schemas.openxmlformats.org/officeDocument/2006/relationships/notesSlide" Target="/ppt/notesSlides/notesSlide1.xml" Id="R64cb6d67506e44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AF44AA4-5628-4BF6-8ECE-AAE9A6C8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9EC8D33F-5E12-475D-B8E7-7A6349C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1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1D059F-910E-468A-82DB-9BA3DD7D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Empezar con pesos inciertos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FC3EBF37-1B91-4731-962D-3EA755C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Partimos de una función parametrizada por pesos inciertos.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c23d33e93457d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3810000" cy="375553"/>
          </a:xfrm>
          <a:prstGeom xmlns:a="http://schemas.openxmlformats.org/drawingml/2006/main" prst="rect">
            <a:avLst/>
          </a:prstGeom>
        </p:spPr>
      </p:pic>
      <p:sp>
        <p:nvSpPr>
          <p:cNvPr id="6" name="left-rule">
            <a:extLst xmlns:a="http://schemas.openxmlformats.org/drawingml/2006/main">
              <a:ext uri="{FF2B5EF4-FFF2-40B4-BE49-F238E27FC236}">
                <a16:creationId xmlns:a16="http://schemas.microsoft.com/office/drawing/2014/main" id="{A39D1352-3D93-44B0-AFB0-4522FA9F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1153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" name="frase">
            <a:extLst xmlns:a="http://schemas.openxmlformats.org/drawingml/2006/main">
              <a:ext uri="{FF2B5EF4-FFF2-40B4-BE49-F238E27FC236}">
                <a16:creationId xmlns:a16="http://schemas.microsoft.com/office/drawing/2014/main" id="{8DED02B8-AE72-44AF-88CE-16BE689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2603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elección de los pesos genera una función distinta: todavía no sabemos cuál describe el sistema.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107958cba49f7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49da0a3e34438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dce4ae76e4ddc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1" name="fig-caption">
            <a:extLst xmlns:a="http://schemas.openxmlformats.org/drawingml/2006/main">
              <a:ext uri="{FF2B5EF4-FFF2-40B4-BE49-F238E27FC236}">
                <a16:creationId xmlns:a16="http://schemas.microsoft.com/office/drawing/2014/main" id="{48795D32-4A00-4F39-A7B1-00A511B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curva corresponde a una elección distinta de los pesos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54AF58-6C71-4D13-AB0B-470ABAC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93608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2026-07-04T00:38:28.5290000Z</dcterms:created>
  <dcterms:modified xsi:type="dcterms:W3CDTF">2026-07-04T00:38:28.5290000Z</dcterms:modified>
</coreProperties>
</file>