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5cb5da9f324c64" /><Relationship Type="http://schemas.openxmlformats.org/officeDocument/2006/relationships/extended-properties" Target="/docProps/app.xml" Id="R9ebdb46609f54490" /><Relationship Type="http://schemas.openxmlformats.org/officeDocument/2006/relationships/officeDocument" Target="/ppt/presentation.xml" Id="R9ef8a8fc7f8646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5bc65c05bc440d"/>
  </p:sldMasterIdLst>
  <p:notesMasterIdLst>
    <p:notesMasterId xmlns:r="http://schemas.openxmlformats.org/officeDocument/2006/relationships" r:id="Rc3d1eb87ee1147b0"/>
  </p:notesMasterIdLst>
  <p:sldIdLst>
    <p:sldId xmlns:r="http://schemas.openxmlformats.org/officeDocument/2006/relationships" id="256" r:id="Rd9b3219e287c4e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b4d78895334e59" /><Relationship Type="http://schemas.openxmlformats.org/officeDocument/2006/relationships/slideMaster" Target="/ppt/slideMasters/slideMaster1.xml" Id="R9e5bc65c05bc440d" /><Relationship Type="http://schemas.openxmlformats.org/officeDocument/2006/relationships/notesMaster" Target="/ppt/notesMasters/notesMaster1.xml" Id="Rc3d1eb87ee1147b0" /><Relationship Type="http://schemas.openxmlformats.org/officeDocument/2006/relationships/presProps" Target="/ppt/presProps.xml" Id="R63d5de5c9e844b8e" /><Relationship Type="http://schemas.openxmlformats.org/officeDocument/2006/relationships/tableStyles" Target="/ppt/tableStyles.xml" Id="R09a6bbfafd9e4d8c" /><Relationship Type="http://schemas.openxmlformats.org/officeDocument/2006/relationships/slide" Target="/ppt/slides/slide1.xml" Id="Rd9b3219e287c4e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d05507a13247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ff9576c6b340a5" /><Relationship Type="http://schemas.openxmlformats.org/officeDocument/2006/relationships/notesMaster" Target="/ppt/notesMasters/notesMaster1.xml" Id="Rd89c3a28a6de41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bf8b03edc046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7ed50f8ce5485f" /><Relationship Type="http://schemas.openxmlformats.org/officeDocument/2006/relationships/slideLayout" Target="/ppt/slideLayouts/slideLayout1.xml" Id="R42dd36861da449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dd36861da449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9d2ba04fb44c4" /><Relationship Type="http://schemas.openxmlformats.org/officeDocument/2006/relationships/image" Target="/ppt/media/image.png" Id="R677da44168cb46b7" /><Relationship Type="http://schemas.openxmlformats.org/officeDocument/2006/relationships/image" Target="/ppt/media/image2.png" Id="Re84736084c6f4f0c" /><Relationship Type="http://schemas.openxmlformats.org/officeDocument/2006/relationships/image" Target="/ppt/media/image3.png" Id="R203dd0c4cc8742fe" /><Relationship Type="http://schemas.openxmlformats.org/officeDocument/2006/relationships/image" Target="/ppt/media/image4.png" Id="R5b3aac962da1467d" /><Relationship Type="http://schemas.openxmlformats.org/officeDocument/2006/relationships/image" Target="/ppt/media/image5.png" Id="R9b786e4255c84752" /><Relationship Type="http://schemas.openxmlformats.org/officeDocument/2006/relationships/image" Target="/ppt/media/image6.png" Id="R2f206fa1bb6f4392" /><Relationship Type="http://schemas.openxmlformats.org/officeDocument/2006/relationships/notesSlide" Target="/ppt/notesSlides/notesSlide1.xml" Id="R358a162a099f46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8090E5F-866C-451D-9E89-EB2558CF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PROCESOS GAUSSIANOS</a:t>
            </a:r>
          </a:p>
        </p:txBody>
      </p:sp>
      <p:sp>
        <p:nvSpPr>
          <p:cNvPr id="2" name="step-label">
            <a:extLst xmlns:a="http://schemas.openxmlformats.org/drawingml/2006/main">
              <a:ext uri="{FF2B5EF4-FFF2-40B4-BE49-F238E27FC236}">
                <a16:creationId xmlns:a16="http://schemas.microsoft.com/office/drawing/2014/main" id="{17302A9E-F739-4648-BC3F-0A2DB052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PASO 5 DE 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CF3E00-6C02-4D01-8A6D-ED4B944B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Aparecen los datos</a:t>
            </a:r>
          </a:p>
        </p:txBody>
      </p:sp>
      <p:sp>
        <p:nvSpPr>
          <p:cNvPr id="4" name="idea">
            <a:extLst xmlns:a="http://schemas.openxmlformats.org/drawingml/2006/main">
              <a:ext uri="{FF2B5EF4-FFF2-40B4-BE49-F238E27FC236}">
                <a16:creationId xmlns:a16="http://schemas.microsoft.com/office/drawing/2014/main" id="{6EC8F629-1E79-44B1-9EB5-FD3F83D2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Observamos el sistema real en cinco puntos.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da44168cb46b7"/>
          <a:stretch xmlns:a="http://schemas.openxmlformats.org/drawingml/2006/main"/>
        </p:blipFill>
        <p:spPr>
          <a:xfrm xmlns:a="http://schemas.openxmlformats.org/drawingml/2006/main">
            <a:off x="723900" y="2324100"/>
            <a:ext cx="2381250" cy="456820"/>
          </a:xfrm>
          <a:prstGeom xmlns:a="http://schemas.openxmlformats.org/drawingml/2006/main" prst="rect">
            <a:avLst/>
          </a:prstGeom>
        </p:spPr>
      </p:pic>
      <p:sp>
        <p:nvSpPr>
          <p:cNvPr id="6" name="left-rule">
            <a:extLst xmlns:a="http://schemas.openxmlformats.org/drawingml/2006/main">
              <a:ext uri="{FF2B5EF4-FFF2-40B4-BE49-F238E27FC236}">
                <a16:creationId xmlns:a16="http://schemas.microsoft.com/office/drawing/2014/main" id="{706726AD-EA8E-4A13-AC7D-CA2D79C8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667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7" name="frase">
            <a:extLst xmlns:a="http://schemas.openxmlformats.org/drawingml/2006/main">
              <a:ext uri="{FF2B5EF4-FFF2-40B4-BE49-F238E27FC236}">
                <a16:creationId xmlns:a16="http://schemas.microsoft.com/office/drawing/2014/main" id="{CD49D3B4-0668-422D-B29A-34F926EB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12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Cada evaluación es costosa: esta es toda la información experimental disponible.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736084c6f4f0c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dd0c4cc8742fe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aac962da1467d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86e4255c84752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06fa1bb6f4392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sp>
        <p:nvSpPr>
          <p:cNvPr id="13" name="fig-caption">
            <a:extLst xmlns:a="http://schemas.openxmlformats.org/drawingml/2006/main">
              <a:ext uri="{FF2B5EF4-FFF2-40B4-BE49-F238E27FC236}">
                <a16:creationId xmlns:a16="http://schemas.microsoft.com/office/drawing/2014/main" id="{6F80CCEC-B9CB-4268-AA1C-5F8FD174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38800"/>
            <a:ext cx="582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observaciones sobre la función real (línea discontinua de referencia)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7A68A16-D797-432F-9B57-7FAADDB9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2797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2026-07-04T00:38:30.3230000Z</dcterms:created>
  <dcterms:modified xsi:type="dcterms:W3CDTF">2026-07-04T00:38:30.3240000Z</dcterms:modified>
</coreProperties>
</file>