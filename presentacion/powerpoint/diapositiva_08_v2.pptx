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449724f5840e1" /><Relationship Type="http://schemas.openxmlformats.org/officeDocument/2006/relationships/extended-properties" Target="/docProps/app.xml" Id="R41c501305a8e4610" /><Relationship Type="http://schemas.openxmlformats.org/officeDocument/2006/relationships/officeDocument" Target="/ppt/presentation.xml" Id="Rce04b77fbed8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c9bd6c92d484c"/>
  </p:sldMasterIdLst>
  <p:notesMasterIdLst>
    <p:notesMasterId xmlns:r="http://schemas.openxmlformats.org/officeDocument/2006/relationships" r:id="R86738e3f121a451f"/>
  </p:notesMasterIdLst>
  <p:sldIdLst>
    <p:sldId xmlns:r="http://schemas.openxmlformats.org/officeDocument/2006/relationships" id="256" r:id="R8add3d82d8004d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28f0ab2684e55" /><Relationship Type="http://schemas.openxmlformats.org/officeDocument/2006/relationships/slideMaster" Target="/ppt/slideMasters/slideMaster1.xml" Id="R16ac9bd6c92d484c" /><Relationship Type="http://schemas.openxmlformats.org/officeDocument/2006/relationships/notesMaster" Target="/ppt/notesMasters/notesMaster1.xml" Id="R86738e3f121a451f" /><Relationship Type="http://schemas.openxmlformats.org/officeDocument/2006/relationships/presProps" Target="/ppt/presProps.xml" Id="R5bbf67764c4d4238" /><Relationship Type="http://schemas.openxmlformats.org/officeDocument/2006/relationships/tableStyles" Target="/ppt/tableStyles.xml" Id="R3ca4f543b2084a7b" /><Relationship Type="http://schemas.openxmlformats.org/officeDocument/2006/relationships/slide" Target="/ppt/slides/slide1.xml" Id="R8add3d82d800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abd6bc7cd41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58fd1f3e224b6e" /><Relationship Type="http://schemas.openxmlformats.org/officeDocument/2006/relationships/notesMaster" Target="/ppt/notesMasters/notesMaster1.xml" Id="Rbff6c1bf0548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7e0ac6ab6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7c177f7e8c4007" /><Relationship Type="http://schemas.openxmlformats.org/officeDocument/2006/relationships/slideLayout" Target="/ppt/slideLayouts/slideLayout1.xml" Id="R7f67dfba9dd14e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7dfba9dd14e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0851bfb4b423f" /><Relationship Type="http://schemas.openxmlformats.org/officeDocument/2006/relationships/image" Target="/ppt/media/image.png" Id="R3d0a2389269546d1" /><Relationship Type="http://schemas.openxmlformats.org/officeDocument/2006/relationships/image" Target="/ppt/media/image2.png" Id="Rb2b6c40319414763" /><Relationship Type="http://schemas.openxmlformats.org/officeDocument/2006/relationships/image" Target="/ppt/media/image3.png" Id="Ra78a7db593b34793" /><Relationship Type="http://schemas.openxmlformats.org/officeDocument/2006/relationships/image" Target="/ppt/media/image4.png" Id="Rfb67236ef78a46c5" /><Relationship Type="http://schemas.openxmlformats.org/officeDocument/2006/relationships/image" Target="/ppt/media/image5.png" Id="R530bf41f72f644bf" /><Relationship Type="http://schemas.openxmlformats.org/officeDocument/2006/relationships/image" Target="/ppt/media/image6.png" Id="Rdd6686c3175744b8" /><Relationship Type="http://schemas.openxmlformats.org/officeDocument/2006/relationships/image" Target="/ppt/media/image7.png" Id="R15d48effb8584259" /><Relationship Type="http://schemas.openxmlformats.org/officeDocument/2006/relationships/image" Target="/ppt/media/image8.png" Id="Rc2eade58fc1b4dea" /><Relationship Type="http://schemas.openxmlformats.org/officeDocument/2006/relationships/notesSlide" Target="/ppt/notesSlides/notesSlide1.xml" Id="Rbeac53b656d846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7E5855-879C-4FA3-AD68-F9813F88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4C5667-1562-4319-80F1-DACD0EF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92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kernel como hipótesis sobre la función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716937C-9800-4C1C-B101-A34B11AA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88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Elegir el kernel fija qué funciones son plausibles y cómo se propaga la información entre puntos.</a:t>
            </a:r>
          </a:p>
        </p:txBody>
      </p:sp>
      <p:sp>
        <p:nvSpPr>
          <p:cNvPr id="4" name="main-separator">
            <a:extLst xmlns:a="http://schemas.openxmlformats.org/drawingml/2006/main">
              <a:ext uri="{FF2B5EF4-FFF2-40B4-BE49-F238E27FC236}">
                <a16:creationId xmlns:a16="http://schemas.microsoft.com/office/drawing/2014/main" id="{25CEC52C-2D82-427D-B349-3B3B441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5" name="cov-accent">
            <a:extLst xmlns:a="http://schemas.openxmlformats.org/drawingml/2006/main">
              <a:ext uri="{FF2B5EF4-FFF2-40B4-BE49-F238E27FC236}">
                <a16:creationId xmlns:a16="http://schemas.microsoft.com/office/drawing/2014/main" id="{9EB7A9CF-1B41-47AC-B85B-B4A32D85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-kicker">
            <a:extLst xmlns:a="http://schemas.openxmlformats.org/drawingml/2006/main">
              <a:ext uri="{FF2B5EF4-FFF2-40B4-BE49-F238E27FC236}">
                <a16:creationId xmlns:a16="http://schemas.microsoft.com/office/drawing/2014/main" id="{8EB2C233-7BA5-4D4E-B8FA-C789DEB1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30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2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2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Función de covarianza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a2389269546d1"/>
          <a:stretch xmlns:a="http://schemas.openxmlformats.org/drawingml/2006/main"/>
        </p:blipFill>
        <p:spPr>
          <a:xfrm xmlns:a="http://schemas.openxmlformats.org/drawingml/2006/main">
            <a:off x="762000" y="2601516"/>
            <a:ext cx="3638550" cy="454819"/>
          </a:xfrm>
          <a:prstGeom xmlns:a="http://schemas.openxmlformats.org/drawingml/2006/main" prst="rect">
            <a:avLst/>
          </a:prstGeom>
        </p:spPr>
      </p:pic>
      <p:sp>
        <p:nvSpPr>
          <p:cNvPr id="8" name="cov-rule-one">
            <a:extLst xmlns:a="http://schemas.openxmlformats.org/drawingml/2006/main">
              <a:ext uri="{FF2B5EF4-FFF2-40B4-BE49-F238E27FC236}">
                <a16:creationId xmlns:a16="http://schemas.microsoft.com/office/drawing/2014/main" id="{79A4EF13-4D43-4044-9E20-96B9EEC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30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9" name="cov-explanation-a">
            <a:extLst xmlns:a="http://schemas.openxmlformats.org/drawingml/2006/main">
              <a:ext uri="{FF2B5EF4-FFF2-40B4-BE49-F238E27FC236}">
                <a16:creationId xmlns:a16="http://schemas.microsoft.com/office/drawing/2014/main" id="{D33DCB08-7A7D-4FB8-BB96-05B3387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7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7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kernel no es la predicción:</a:t>
            </a:r>
          </a:p>
        </p:txBody>
      </p:sp>
      <p:sp>
        <p:nvSpPr>
          <p:cNvPr id="10" name="cov-explanation-b">
            <a:extLst xmlns:a="http://schemas.openxmlformats.org/drawingml/2006/main">
              <a:ext uri="{FF2B5EF4-FFF2-40B4-BE49-F238E27FC236}">
                <a16:creationId xmlns:a16="http://schemas.microsoft.com/office/drawing/2014/main" id="{5D3A4661-D52E-4A24-81C4-694E756D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define la estructura de correlación del prior y actúa como sesgo inductivo del GP.</a:t>
            </a:r>
          </a:p>
        </p:txBody>
      </p:sp>
      <p:sp>
        <p:nvSpPr>
          <p:cNvPr id="11" name="cov-rule-two">
            <a:extLst xmlns:a="http://schemas.openxmlformats.org/drawingml/2006/main">
              <a:ext uri="{FF2B5EF4-FFF2-40B4-BE49-F238E27FC236}">
                <a16:creationId xmlns:a16="http://schemas.microsoft.com/office/drawing/2014/main" id="{64EDBFFB-EF5D-4A22-BF50-9B32CA21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30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6c40319414763"/>
          <a:stretch xmlns:a="http://schemas.openxmlformats.org/drawingml/2006/main"/>
        </p:blipFill>
        <p:spPr>
          <a:xfrm xmlns:a="http://schemas.openxmlformats.org/drawingml/2006/main">
            <a:off x="723900" y="4364330"/>
            <a:ext cx="4324350" cy="339141"/>
          </a:xfrm>
          <a:prstGeom xmlns:a="http://schemas.openxmlformats.org/drawingml/2006/main" prst="rect">
            <a:avLst/>
          </a:prstGeom>
        </p:spPr>
      </p:pic>
      <p:sp>
        <p:nvSpPr>
          <p:cNvPr id="13" name="chain-note">
            <a:extLst xmlns:a="http://schemas.openxmlformats.org/drawingml/2006/main">
              <a:ext uri="{FF2B5EF4-FFF2-40B4-BE49-F238E27FC236}">
                <a16:creationId xmlns:a16="http://schemas.microsoft.com/office/drawing/2014/main" id="{FFC40E6E-B344-451C-A218-A55C5D8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6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cercanía en entrada se traduce en covarianza en salida.</a:t>
            </a:r>
          </a:p>
        </p:txBody>
      </p:sp>
      <p:sp>
        <p:nvSpPr>
          <p:cNvPr id="14" name="chain-note-2">
            <a:extLst xmlns:a="http://schemas.openxmlformats.org/drawingml/2006/main">
              <a:ext uri="{FF2B5EF4-FFF2-40B4-BE49-F238E27FC236}">
                <a16:creationId xmlns:a16="http://schemas.microsoft.com/office/drawing/2014/main" id="{FE6B88B6-375C-461E-BEB6-E4AB21C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Así, observar un punto informa sobre otros puntos que el kernel considera similares.</a:t>
            </a:r>
          </a:p>
        </p:txBody>
      </p:sp>
      <p:sp>
        <p:nvSpPr>
          <p:cNvPr id="15" name="rbf-accent">
            <a:extLst xmlns:a="http://schemas.openxmlformats.org/drawingml/2006/main">
              <a:ext uri="{FF2B5EF4-FFF2-40B4-BE49-F238E27FC236}">
                <a16:creationId xmlns:a16="http://schemas.microsoft.com/office/drawing/2014/main" id="{F59A00E6-6BBA-4886-B578-8086A260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bf-kicker">
            <a:extLst xmlns:a="http://schemas.openxmlformats.org/drawingml/2006/main">
              <a:ext uri="{FF2B5EF4-FFF2-40B4-BE49-F238E27FC236}">
                <a16:creationId xmlns:a16="http://schemas.microsoft.com/office/drawing/2014/main" id="{A96D6783-143C-413D-8CA0-1D4136B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541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23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23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Ejemplo RBF: distancia → covarianza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a7db593b34793"/>
          <a:stretch xmlns:a="http://schemas.openxmlformats.org/drawingml/2006/main"/>
        </p:blipFill>
        <p:spPr>
          <a:xfrm xmlns:a="http://schemas.openxmlformats.org/drawingml/2006/main">
            <a:off x="6765866" y="2505075"/>
            <a:ext cx="3403717" cy="514350"/>
          </a:xfrm>
          <a:prstGeom xmlns:a="http://schemas.openxmlformats.org/drawingml/2006/main" prst="rect">
            <a:avLst/>
          </a:prstGeom>
        </p:spPr>
      </p:pic>
      <p:sp>
        <p:nvSpPr>
          <p:cNvPr id="18" name="rbf-plot-frame">
            <a:extLst xmlns:a="http://schemas.openxmlformats.org/drawingml/2006/main">
              <a:ext uri="{FF2B5EF4-FFF2-40B4-BE49-F238E27FC236}">
                <a16:creationId xmlns:a16="http://schemas.microsoft.com/office/drawing/2014/main" id="{4E300093-3803-407A-A9DC-AACEB52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50292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7236ef78a46c5"/>
          <a:stretch xmlns:a="http://schemas.openxmlformats.org/drawingml/2006/main"/>
        </p:blipFill>
        <p:spPr>
          <a:xfrm xmlns:a="http://schemas.openxmlformats.org/drawingml/2006/main">
            <a:off x="6548311" y="3257550"/>
            <a:ext cx="3553078" cy="1447800"/>
          </a:xfrm>
          <a:prstGeom xmlns:a="http://schemas.openxmlformats.org/drawingml/2006/main" prst="rect">
            <a:avLst/>
          </a:prstGeom>
        </p:spPr>
      </p:pic>
      <p:sp>
        <p:nvSpPr>
          <p:cNvPr id="20" name="rbf-dot-distance">
            <a:extLst xmlns:a="http://schemas.openxmlformats.org/drawingml/2006/main">
              <a:ext uri="{FF2B5EF4-FFF2-40B4-BE49-F238E27FC236}">
                <a16:creationId xmlns:a16="http://schemas.microsoft.com/office/drawing/2014/main" id="{2B3326E0-B599-4A82-ABFA-AC8F03AF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bf-distance-note">
            <a:extLst xmlns:a="http://schemas.openxmlformats.org/drawingml/2006/main">
              <a:ext uri="{FF2B5EF4-FFF2-40B4-BE49-F238E27FC236}">
                <a16:creationId xmlns:a16="http://schemas.microsoft.com/office/drawing/2014/main" id="{CF8DE5D7-378F-4C32-96F9-B4D9D96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530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Distancia pequeña: covarianza alta.</a:t>
            </a:r>
          </a:p>
        </p:txBody>
      </p:sp>
      <p:sp>
        <p:nvSpPr>
          <p:cNvPr id="22" name="rbf-dot-ell">
            <a:extLst xmlns:a="http://schemas.openxmlformats.org/drawingml/2006/main">
              <a:ext uri="{FF2B5EF4-FFF2-40B4-BE49-F238E27FC236}">
                <a16:creationId xmlns:a16="http://schemas.microsoft.com/office/drawing/2014/main" id="{969ED6DD-A99D-4614-9D18-5062125F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bf-ell-note">
            <a:extLst xmlns:a="http://schemas.openxmlformats.org/drawingml/2006/main">
              <a:ext uri="{FF2B5EF4-FFF2-40B4-BE49-F238E27FC236}">
                <a16:creationId xmlns:a16="http://schemas.microsoft.com/office/drawing/2014/main" id="{C137DAA6-C827-4BFD-AF6A-A33EB7F9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Escala grande: correlación a mayor alcance.</a:t>
            </a:r>
          </a:p>
        </p:txBody>
      </p:sp>
      <p:sp>
        <p:nvSpPr>
          <p:cNvPr id="24" name="rbf-note">
            <a:extLst xmlns:a="http://schemas.openxmlformats.org/drawingml/2006/main">
              <a:ext uri="{FF2B5EF4-FFF2-40B4-BE49-F238E27FC236}">
                <a16:creationId xmlns:a16="http://schemas.microsoft.com/office/drawing/2014/main" id="{C154F549-D82D-4CCA-A7CB-1912127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5780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Por eso la longitud de escala no es un detalle numérico: expresa una hipótesis de suavidad.</a:t>
            </a:r>
          </a:p>
        </p:txBody>
      </p:sp>
      <p:sp>
        <p:nvSpPr>
          <p:cNvPr id="25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7E5368E1-0C1A-4606-BF47-BCA6AE6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26" name="hyper-kicker">
            <a:extLst xmlns:a="http://schemas.openxmlformats.org/drawingml/2006/main">
              <a:ext uri="{FF2B5EF4-FFF2-40B4-BE49-F238E27FC236}">
                <a16:creationId xmlns:a16="http://schemas.microsoft.com/office/drawing/2014/main" id="{E78C7D01-4DA2-4F09-A629-80A1D3C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912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63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Hiperparámetros</a:t>
            </a:r>
          </a:p>
        </p:txBody>
      </p:sp>
      <p:sp>
        <p:nvSpPr>
          <p:cNvPr id="27" name="hyper-dot-0">
            <a:extLst xmlns:a="http://schemas.openxmlformats.org/drawingml/2006/main">
              <a:ext uri="{FF2B5EF4-FFF2-40B4-BE49-F238E27FC236}">
                <a16:creationId xmlns:a16="http://schemas.microsoft.com/office/drawing/2014/main" id="{BD947FCE-48E1-4298-B530-51C9B3D8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8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bf41f72f644bf"/>
          <a:stretch xmlns:a="http://schemas.openxmlformats.org/drawingml/2006/main"/>
        </p:blipFill>
        <p:spPr>
          <a:xfrm xmlns:a="http://schemas.openxmlformats.org/drawingml/2006/main">
            <a:off x="3057598" y="5886450"/>
            <a:ext cx="209405" cy="285750"/>
          </a:xfrm>
          <a:prstGeom xmlns:a="http://schemas.openxmlformats.org/drawingml/2006/main" prst="rect">
            <a:avLst/>
          </a:prstGeom>
        </p:spPr>
      </p:pic>
      <p:sp>
        <p:nvSpPr>
          <p:cNvPr id="29" name="hyper-label-0">
            <a:extLst xmlns:a="http://schemas.openxmlformats.org/drawingml/2006/main">
              <a:ext uri="{FF2B5EF4-FFF2-40B4-BE49-F238E27FC236}">
                <a16:creationId xmlns:a16="http://schemas.microsoft.com/office/drawing/2014/main" id="{A9B158D4-4B6E-4E5C-B53B-D42F71DF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1722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amplitud vertical</a:t>
            </a:r>
          </a:p>
        </p:txBody>
      </p:sp>
      <p:sp>
        <p:nvSpPr>
          <p:cNvPr id="30" name="hyper-desc-0">
            <a:extLst xmlns:a="http://schemas.openxmlformats.org/drawingml/2006/main">
              <a:ext uri="{FF2B5EF4-FFF2-40B4-BE49-F238E27FC236}">
                <a16:creationId xmlns:a16="http://schemas.microsoft.com/office/drawing/2014/main" id="{A70E271D-0063-4A0B-907C-FE57F0F4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34365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varianza de función</a:t>
            </a:r>
          </a:p>
        </p:txBody>
      </p:sp>
      <p:sp>
        <p:nvSpPr>
          <p:cNvPr id="31" name="hyper-separator-1">
            <a:extLst xmlns:a="http://schemas.openxmlformats.org/drawingml/2006/main">
              <a:ext uri="{FF2B5EF4-FFF2-40B4-BE49-F238E27FC236}">
                <a16:creationId xmlns:a16="http://schemas.microsoft.com/office/drawing/2014/main" id="{69149617-A961-467A-A1F8-BDC8B38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245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2" name="hyper-dot-1">
            <a:extLst xmlns:a="http://schemas.openxmlformats.org/drawingml/2006/main">
              <a:ext uri="{FF2B5EF4-FFF2-40B4-BE49-F238E27FC236}">
                <a16:creationId xmlns:a16="http://schemas.microsoft.com/office/drawing/2014/main" id="{F79EF31D-9DD2-49D7-980D-C015E371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8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686c3175744b8"/>
          <a:stretch xmlns:a="http://schemas.openxmlformats.org/drawingml/2006/main"/>
        </p:blipFill>
        <p:spPr>
          <a:xfrm xmlns:a="http://schemas.openxmlformats.org/drawingml/2006/main">
            <a:off x="4696648" y="5886450"/>
            <a:ext cx="226954" cy="285750"/>
          </a:xfrm>
          <a:prstGeom xmlns:a="http://schemas.openxmlformats.org/drawingml/2006/main" prst="rect">
            <a:avLst/>
          </a:prstGeom>
        </p:spPr>
      </p:pic>
      <p:sp>
        <p:nvSpPr>
          <p:cNvPr id="34" name="hyper-label-1">
            <a:extLst xmlns:a="http://schemas.openxmlformats.org/drawingml/2006/main">
              <a:ext uri="{FF2B5EF4-FFF2-40B4-BE49-F238E27FC236}">
                <a16:creationId xmlns:a16="http://schemas.microsoft.com/office/drawing/2014/main" id="{4232EF76-2A53-4E8A-8080-FCA68BE5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722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longitud de escala</a:t>
            </a:r>
          </a:p>
        </p:txBody>
      </p:sp>
      <p:sp>
        <p:nvSpPr>
          <p:cNvPr id="35" name="hyper-desc-1">
            <a:extLst xmlns:a="http://schemas.openxmlformats.org/drawingml/2006/main">
              <a:ext uri="{FF2B5EF4-FFF2-40B4-BE49-F238E27FC236}">
                <a16:creationId xmlns:a16="http://schemas.microsoft.com/office/drawing/2014/main" id="{763A9F84-D9F6-49F1-A7DC-C2A5F12E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34365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decaimiento de correlación</a:t>
            </a:r>
          </a:p>
        </p:txBody>
      </p:sp>
      <p:sp>
        <p:nvSpPr>
          <p:cNvPr id="36" name="hyper-separator-2">
            <a:extLst xmlns:a="http://schemas.openxmlformats.org/drawingml/2006/main">
              <a:ext uri="{FF2B5EF4-FFF2-40B4-BE49-F238E27FC236}">
                <a16:creationId xmlns:a16="http://schemas.microsoft.com/office/drawing/2014/main" id="{BB32F469-EDC0-4794-9728-F9B682EB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245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7" name="hyper-dot-2">
            <a:extLst xmlns:a="http://schemas.openxmlformats.org/drawingml/2006/main">
              <a:ext uri="{FF2B5EF4-FFF2-40B4-BE49-F238E27FC236}">
                <a16:creationId xmlns:a16="http://schemas.microsoft.com/office/drawing/2014/main" id="{643164FA-14A3-4A31-B07A-2A7DDE95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8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48effb8584259"/>
          <a:stretch xmlns:a="http://schemas.openxmlformats.org/drawingml/2006/main"/>
        </p:blipFill>
        <p:spPr>
          <a:xfrm xmlns:a="http://schemas.openxmlformats.org/drawingml/2006/main">
            <a:off x="6770665" y="5886450"/>
            <a:ext cx="231820" cy="285750"/>
          </a:xfrm>
          <a:prstGeom xmlns:a="http://schemas.openxmlformats.org/drawingml/2006/main" prst="rect">
            <a:avLst/>
          </a:prstGeom>
        </p:spPr>
      </p:pic>
      <p:sp>
        <p:nvSpPr>
          <p:cNvPr id="39" name="hyper-label-2">
            <a:extLst xmlns:a="http://schemas.openxmlformats.org/drawingml/2006/main">
              <a:ext uri="{FF2B5EF4-FFF2-40B4-BE49-F238E27FC236}">
                <a16:creationId xmlns:a16="http://schemas.microsoft.com/office/drawing/2014/main" id="{60560053-41B6-48A5-911A-DF7892C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1722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ruido observacional</a:t>
            </a:r>
          </a:p>
        </p:txBody>
      </p:sp>
      <p:sp>
        <p:nvSpPr>
          <p:cNvPr id="40" name="hyper-desc-2">
            <a:extLst xmlns:a="http://schemas.openxmlformats.org/drawingml/2006/main">
              <a:ext uri="{FF2B5EF4-FFF2-40B4-BE49-F238E27FC236}">
                <a16:creationId xmlns:a16="http://schemas.microsoft.com/office/drawing/2014/main" id="{B77BCFDF-8534-4FA1-91A1-94E29F9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34365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varianza independiente</a:t>
            </a:r>
          </a:p>
        </p:txBody>
      </p:sp>
      <p:sp>
        <p:nvSpPr>
          <p:cNvPr id="41" name="hyper-separator-3">
            <a:extLst xmlns:a="http://schemas.openxmlformats.org/drawingml/2006/main">
              <a:ext uri="{FF2B5EF4-FFF2-40B4-BE49-F238E27FC236}">
                <a16:creationId xmlns:a16="http://schemas.microsoft.com/office/drawing/2014/main" id="{D22551D2-6B4D-4A76-A82E-CB0FC5D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245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42" name="hyper-dot-3">
            <a:extLst xmlns:a="http://schemas.openxmlformats.org/drawingml/2006/main">
              <a:ext uri="{FF2B5EF4-FFF2-40B4-BE49-F238E27FC236}">
                <a16:creationId xmlns:a16="http://schemas.microsoft.com/office/drawing/2014/main" id="{CF0B81B3-F8C0-4AC7-A87E-D22F26D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98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ade58fc1b4dea"/>
          <a:stretch xmlns:a="http://schemas.openxmlformats.org/drawingml/2006/main"/>
        </p:blipFill>
        <p:spPr>
          <a:xfrm xmlns:a="http://schemas.openxmlformats.org/drawingml/2006/main">
            <a:off x="8763000" y="5901151"/>
            <a:ext cx="990600" cy="256348"/>
          </a:xfrm>
          <a:prstGeom xmlns:a="http://schemas.openxmlformats.org/drawingml/2006/main" prst="rect">
            <a:avLst/>
          </a:prstGeom>
        </p:spPr>
      </p:pic>
      <p:sp>
        <p:nvSpPr>
          <p:cNvPr id="44" name="hyper-label-3">
            <a:extLst xmlns:a="http://schemas.openxmlformats.org/drawingml/2006/main">
              <a:ext uri="{FF2B5EF4-FFF2-40B4-BE49-F238E27FC236}">
                <a16:creationId xmlns:a16="http://schemas.microsoft.com/office/drawing/2014/main" id="{3FC5C40D-2593-42EB-85D3-9289DD4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722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ARD</a:t>
            </a:r>
          </a:p>
        </p:txBody>
      </p:sp>
      <p:sp>
        <p:nvSpPr>
          <p:cNvPr id="45" name="hyper-desc-3">
            <a:extLst xmlns:a="http://schemas.openxmlformats.org/drawingml/2006/main">
              <a:ext uri="{FF2B5EF4-FFF2-40B4-BE49-F238E27FC236}">
                <a16:creationId xmlns:a16="http://schemas.microsoft.com/office/drawing/2014/main" id="{1B3C29F9-9BEF-4E5C-8975-A3813917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4365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sensibilidad por variable</a:t>
            </a:r>
          </a:p>
        </p:txBody>
      </p:sp>
      <p:sp>
        <p:nvSpPr>
          <p:cNvPr id="4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111EF9-C8C3-41E6-A000-FA6C9E0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6110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2026-07-02T08:21:53.8390000Z</dcterms:created>
  <dcterms:modified xsi:type="dcterms:W3CDTF">2026-07-02T08:21:53.8390000Z</dcterms:modified>
</coreProperties>
</file>