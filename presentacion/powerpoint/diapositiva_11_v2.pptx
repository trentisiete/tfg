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aa8aead980415f" /><Relationship Type="http://schemas.openxmlformats.org/officeDocument/2006/relationships/extended-properties" Target="/docProps/app.xml" Id="R25ac5463499a4226" /><Relationship Type="http://schemas.openxmlformats.org/officeDocument/2006/relationships/officeDocument" Target="/ppt/presentation.xml" Id="R21de2f07a71248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a6cf2853714e97"/>
  </p:sldMasterIdLst>
  <p:notesMasterIdLst>
    <p:notesMasterId xmlns:r="http://schemas.openxmlformats.org/officeDocument/2006/relationships" r:id="Rfdf5a8792a73414f"/>
  </p:notesMasterIdLst>
  <p:sldIdLst>
    <p:sldId xmlns:r="http://schemas.openxmlformats.org/officeDocument/2006/relationships" id="256" r:id="Raff43f754ef04d1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3f338cd1b44c4b" /><Relationship Type="http://schemas.openxmlformats.org/officeDocument/2006/relationships/slideMaster" Target="/ppt/slideMasters/slideMaster1.xml" Id="R2da6cf2853714e97" /><Relationship Type="http://schemas.openxmlformats.org/officeDocument/2006/relationships/notesMaster" Target="/ppt/notesMasters/notesMaster1.xml" Id="Rfdf5a8792a73414f" /><Relationship Type="http://schemas.openxmlformats.org/officeDocument/2006/relationships/presProps" Target="/ppt/presProps.xml" Id="R07144f1c154948c2" /><Relationship Type="http://schemas.openxmlformats.org/officeDocument/2006/relationships/tableStyles" Target="/ppt/tableStyles.xml" Id="R1dc00e3b7f704968" /><Relationship Type="http://schemas.openxmlformats.org/officeDocument/2006/relationships/slide" Target="/ppt/slides/slide1.xml" Id="Raff43f754ef04d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04ba5560584e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418c9dbbab44d1" /><Relationship Type="http://schemas.openxmlformats.org/officeDocument/2006/relationships/notesMaster" Target="/ppt/notesMasters/notesMaster1.xml" Id="R24ff2d6d60c94f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143e523e8845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4a1d82cb114cdf" /><Relationship Type="http://schemas.openxmlformats.org/officeDocument/2006/relationships/slideLayout" Target="/ppt/slideLayouts/slideLayout1.xml" Id="R727d2992c50f47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7d2992c50f47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34ab6224e4b30" /><Relationship Type="http://schemas.openxmlformats.org/officeDocument/2006/relationships/image" Target="/ppt/media/image.png" Id="Rdeb3f49c86354ff3" /><Relationship Type="http://schemas.openxmlformats.org/officeDocument/2006/relationships/image" Target="/ppt/media/image2.png" Id="Rb819aceacc4142b2" /><Relationship Type="http://schemas.openxmlformats.org/officeDocument/2006/relationships/image" Target="/ppt/media/image3.png" Id="Rb7517e069ebc4128" /><Relationship Type="http://schemas.openxmlformats.org/officeDocument/2006/relationships/image" Target="/ppt/media/image4.png" Id="R9f7d92608a9144d3" /><Relationship Type="http://schemas.openxmlformats.org/officeDocument/2006/relationships/image" Target="/ppt/media/image5.png" Id="Rbd895ffb22c549a7" /><Relationship Type="http://schemas.openxmlformats.org/officeDocument/2006/relationships/image" Target="/ppt/media/image6.png" Id="Rd71f8934a6ce4527" /><Relationship Type="http://schemas.openxmlformats.org/officeDocument/2006/relationships/notesSlide" Target="/ppt/notesSlides/notesSlide1.xml" Id="Rd53fde557f7545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CE66E45-EA50-4DAB-932A-EC0A1C5F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METODOLOGÍA / SBO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17455A0-C461-4B02-9525-23A5DD46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7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307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El dilema exploración-explotación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2AF091B-2BC7-43DA-9078-BDD97A81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350" b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El GP aporta una media y una incertidumbre; decidir la siguiente evaluación exige equilibrar ambas.</a:t>
            </a:r>
          </a:p>
        </p:txBody>
      </p:sp>
      <p:sp>
        <p:nvSpPr>
          <p:cNvPr id="4" name="figure-accent">
            <a:extLst xmlns:a="http://schemas.openxmlformats.org/drawingml/2006/main">
              <a:ext uri="{FF2B5EF4-FFF2-40B4-BE49-F238E27FC236}">
                <a16:creationId xmlns:a16="http://schemas.microsoft.com/office/drawing/2014/main" id="{DFBC313B-05A7-45D6-9F65-ED511A6B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00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5B4BFED1-C88E-41E8-AD39-8BE06937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6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6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Posterior GP: dos decisiones posibles</a:t>
            </a:r>
          </a:p>
        </p:txBody>
      </p:sp>
      <p:sp>
        <p:nvSpPr>
          <p:cNvPr id="6" name="legend-real-line">
            <a:extLst xmlns:a="http://schemas.openxmlformats.org/drawingml/2006/main">
              <a:ext uri="{FF2B5EF4-FFF2-40B4-BE49-F238E27FC236}">
                <a16:creationId xmlns:a16="http://schemas.microsoft.com/office/drawing/2014/main" id="{6F2E3602-55D7-45E8-9582-B57A6007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6692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A7F86"/>
            </a:solidFill>
            <a:prstDash val="solid"/>
          </a:ln>
        </p:spPr>
      </p:sp>
      <p:sp>
        <p:nvSpPr>
          <p:cNvPr id="7" name="legend-real">
            <a:extLst xmlns:a="http://schemas.openxmlformats.org/drawingml/2006/main">
              <a:ext uri="{FF2B5EF4-FFF2-40B4-BE49-F238E27FC236}">
                <a16:creationId xmlns:a16="http://schemas.microsoft.com/office/drawing/2014/main" id="{5EF6AE6D-34B0-40A1-AB48-01F54A7B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9907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4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4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función real</a:t>
            </a:r>
          </a:p>
        </p:txBody>
      </p:sp>
      <p:sp>
        <p:nvSpPr>
          <p:cNvPr id="8" name="legend-mean-line">
            <a:extLst xmlns:a="http://schemas.openxmlformats.org/drawingml/2006/main">
              <a:ext uri="{FF2B5EF4-FFF2-40B4-BE49-F238E27FC236}">
                <a16:creationId xmlns:a16="http://schemas.microsoft.com/office/drawing/2014/main" id="{80028A8B-A6A4-4013-AF67-BCA294C9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6692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174C5B"/>
            </a:solidFill>
            <a:prstDash val="solid"/>
          </a:ln>
        </p:spPr>
      </p:sp>
      <p:sp>
        <p:nvSpPr>
          <p:cNvPr id="9" name="legend-mean">
            <a:extLst xmlns:a="http://schemas.openxmlformats.org/drawingml/2006/main">
              <a:ext uri="{FF2B5EF4-FFF2-40B4-BE49-F238E27FC236}">
                <a16:creationId xmlns:a16="http://schemas.microsoft.com/office/drawing/2014/main" id="{BBBCF0F5-A084-4EAD-ADAE-FA894925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9907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40" b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840" b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media GP</a:t>
            </a:r>
          </a:p>
        </p:txBody>
      </p:sp>
      <p:sp>
        <p:nvSpPr>
          <p:cNvPr id="10" name="legend-band">
            <a:extLst xmlns:a="http://schemas.openxmlformats.org/drawingml/2006/main">
              <a:ext uri="{FF2B5EF4-FFF2-40B4-BE49-F238E27FC236}">
                <a16:creationId xmlns:a16="http://schemas.microsoft.com/office/drawing/2014/main" id="{AB388205-F520-4953-8F42-2CB7F6A7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28825"/>
            <a:ext cx="304800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8D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egend-band-text">
            <a:extLst xmlns:a="http://schemas.openxmlformats.org/drawingml/2006/main">
              <a:ext uri="{FF2B5EF4-FFF2-40B4-BE49-F238E27FC236}">
                <a16:creationId xmlns:a16="http://schemas.microsoft.com/office/drawing/2014/main" id="{393227F7-FDF9-40BD-8E33-9CF9F95B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907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40" b="0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840" b="0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μ ± 2σ</a:t>
            </a:r>
          </a:p>
        </p:txBody>
      </p:sp>
      <p:sp>
        <p:nvSpPr>
          <p:cNvPr id="12" name="legend-data-dot">
            <a:extLst xmlns:a="http://schemas.openxmlformats.org/drawingml/2006/main">
              <a:ext uri="{FF2B5EF4-FFF2-40B4-BE49-F238E27FC236}">
                <a16:creationId xmlns:a16="http://schemas.microsoft.com/office/drawing/2014/main" id="{65978D65-70B4-404D-9CE3-BDFF6286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28825"/>
            <a:ext cx="71438" cy="71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egend-data">
            <a:extLst xmlns:a="http://schemas.openxmlformats.org/drawingml/2006/main">
              <a:ext uri="{FF2B5EF4-FFF2-40B4-BE49-F238E27FC236}">
                <a16:creationId xmlns:a16="http://schemas.microsoft.com/office/drawing/2014/main" id="{2829A305-06B5-4B87-9930-1C62E1A7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907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4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84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datos</a:t>
            </a:r>
          </a:p>
        </p:txBody>
      </p:sp>
      <p:sp>
        <p:nvSpPr>
          <p:cNvPr id="14" name="gp-figure-frame">
            <a:extLst xmlns:a="http://schemas.openxmlformats.org/drawingml/2006/main">
              <a:ext uri="{FF2B5EF4-FFF2-40B4-BE49-F238E27FC236}">
                <a16:creationId xmlns:a16="http://schemas.microsoft.com/office/drawing/2014/main" id="{345E8E99-6059-4572-9114-074BD6CE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670560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3f49c86354ff3"/>
          <a:stretch xmlns:a="http://schemas.openxmlformats.org/drawingml/2006/main"/>
        </p:blipFill>
        <p:spPr>
          <a:xfrm xmlns:a="http://schemas.openxmlformats.org/drawingml/2006/main">
            <a:off x="1086293" y="2324100"/>
            <a:ext cx="5904614" cy="2781300"/>
          </a:xfrm>
          <a:prstGeom xmlns:a="http://schemas.openxmlformats.org/drawingml/2006/main" prst="rect">
            <a:avLst/>
          </a:prstGeom>
        </p:spPr>
      </p:pic>
      <p:sp>
        <p:nvSpPr>
          <p:cNvPr id="16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62857636-19E1-4CA7-9EBB-69F3D69E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655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7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7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La función real se muestra solo como referencia didáctica: el sustituto decide con la media y la incertidumbre.</a:t>
            </a:r>
          </a:p>
        </p:txBody>
      </p:sp>
      <p:sp>
        <p:nvSpPr>
          <p:cNvPr id="17" name="right-separator">
            <a:extLst xmlns:a="http://schemas.openxmlformats.org/drawingml/2006/main">
              <a:ext uri="{FF2B5EF4-FFF2-40B4-BE49-F238E27FC236}">
                <a16:creationId xmlns:a16="http://schemas.microsoft.com/office/drawing/2014/main" id="{4DF09D4C-913C-4B75-A610-F567A8C9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33575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4CCC0"/>
            </a:solidFill>
            <a:prstDash val="solid"/>
          </a:ln>
        </p:spPr>
      </p:sp>
      <p:sp>
        <p:nvSpPr>
          <p:cNvPr id="18" name="gp-read-accent">
            <a:extLst xmlns:a="http://schemas.openxmlformats.org/drawingml/2006/main">
              <a:ext uri="{FF2B5EF4-FFF2-40B4-BE49-F238E27FC236}">
                <a16:creationId xmlns:a16="http://schemas.microsoft.com/office/drawing/2014/main" id="{075A243B-3925-4CA4-9460-88BBF2CE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05000"/>
            <a:ext cx="400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p-read-title">
            <a:extLst xmlns:a="http://schemas.openxmlformats.org/drawingml/2006/main">
              <a:ext uri="{FF2B5EF4-FFF2-40B4-BE49-F238E27FC236}">
                <a16:creationId xmlns:a16="http://schemas.microsoft.com/office/drawing/2014/main" id="{1C7AD505-C990-4916-A573-C4C5DAB0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57400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00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Qué entrega el GP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19aceacc4142b2"/>
          <a:stretch xmlns:a="http://schemas.openxmlformats.org/drawingml/2006/main"/>
        </p:blipFill>
        <p:spPr>
          <a:xfrm xmlns:a="http://schemas.openxmlformats.org/drawingml/2006/main">
            <a:off x="7791450" y="2366618"/>
            <a:ext cx="2905125" cy="238813"/>
          </a:xfrm>
          <a:prstGeom xmlns:a="http://schemas.openxmlformats.org/drawingml/2006/main" prst="rect">
            <a:avLst/>
          </a:prstGeom>
        </p:spPr>
      </p:pic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17e069ebc4128"/>
          <a:stretch xmlns:a="http://schemas.openxmlformats.org/drawingml/2006/main"/>
        </p:blipFill>
        <p:spPr>
          <a:xfrm xmlns:a="http://schemas.openxmlformats.org/drawingml/2006/main">
            <a:off x="7791450" y="2679981"/>
            <a:ext cx="3048000" cy="259789"/>
          </a:xfrm>
          <a:prstGeom xmlns:a="http://schemas.openxmlformats.org/drawingml/2006/main" prst="rect">
            <a:avLst/>
          </a:prstGeom>
        </p:spPr>
      </p:pic>
      <p:sp>
        <p:nvSpPr>
          <p:cNvPr id="22" name="right-rule-1">
            <a:extLst xmlns:a="http://schemas.openxmlformats.org/drawingml/2006/main">
              <a:ext uri="{FF2B5EF4-FFF2-40B4-BE49-F238E27FC236}">
                <a16:creationId xmlns:a16="http://schemas.microsoft.com/office/drawing/2014/main" id="{A5449E55-8643-4A5B-A27D-4ED6FF0B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23" name="exploit-accent">
            <a:extLst xmlns:a="http://schemas.openxmlformats.org/drawingml/2006/main">
              <a:ext uri="{FF2B5EF4-FFF2-40B4-BE49-F238E27FC236}">
                <a16:creationId xmlns:a16="http://schemas.microsoft.com/office/drawing/2014/main" id="{5B06B3A8-6C5E-48A3-85EC-3F39D67F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09925"/>
            <a:ext cx="3238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exploit-title">
            <a:extLst xmlns:a="http://schemas.openxmlformats.org/drawingml/2006/main">
              <a:ext uri="{FF2B5EF4-FFF2-40B4-BE49-F238E27FC236}">
                <a16:creationId xmlns:a16="http://schemas.microsoft.com/office/drawing/2014/main" id="{C9197E18-11EC-4C7C-A115-672D9CB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528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Explotación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7d92608a9144d3"/>
          <a:stretch xmlns:a="http://schemas.openxmlformats.org/drawingml/2006/main"/>
        </p:blipFill>
        <p:spPr>
          <a:xfrm xmlns:a="http://schemas.openxmlformats.org/drawingml/2006/main">
            <a:off x="8019143" y="3590925"/>
            <a:ext cx="1678214" cy="304800"/>
          </a:xfrm>
          <a:prstGeom xmlns:a="http://schemas.openxmlformats.org/drawingml/2006/main" prst="rect">
            <a:avLst/>
          </a:prstGeom>
        </p:spPr>
      </p:pic>
      <p:sp>
        <p:nvSpPr>
          <p:cNvPr id="26" name="exploit-dot-1">
            <a:extLst xmlns:a="http://schemas.openxmlformats.org/drawingml/2006/main">
              <a:ext uri="{FF2B5EF4-FFF2-40B4-BE49-F238E27FC236}">
                <a16:creationId xmlns:a16="http://schemas.microsoft.com/office/drawing/2014/main" id="{63EA75B2-83AB-42FB-87D9-32207713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10025"/>
            <a:ext cx="71438" cy="71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exploit-copy-1">
            <a:extLst xmlns:a="http://schemas.openxmlformats.org/drawingml/2006/main">
              <a:ext uri="{FF2B5EF4-FFF2-40B4-BE49-F238E27FC236}">
                <a16:creationId xmlns:a16="http://schemas.microsoft.com/office/drawing/2014/main" id="{90CBD1E4-0AD0-4C37-BD73-6B0F3761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43350"/>
            <a:ext cx="3257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0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Prioriza valores favorables de la media.</a:t>
            </a:r>
          </a:p>
        </p:txBody>
      </p:sp>
      <p:sp>
        <p:nvSpPr>
          <p:cNvPr id="28" name="exploit-dot-2">
            <a:extLst xmlns:a="http://schemas.openxmlformats.org/drawingml/2006/main">
              <a:ext uri="{FF2B5EF4-FFF2-40B4-BE49-F238E27FC236}">
                <a16:creationId xmlns:a16="http://schemas.microsoft.com/office/drawing/2014/main" id="{A358C867-8B3A-4F9E-B01B-65C969BE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76725"/>
            <a:ext cx="71438" cy="71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exploit-copy-2">
            <a:extLst xmlns:a="http://schemas.openxmlformats.org/drawingml/2006/main">
              <a:ext uri="{FF2B5EF4-FFF2-40B4-BE49-F238E27FC236}">
                <a16:creationId xmlns:a16="http://schemas.microsoft.com/office/drawing/2014/main" id="{C71895B4-3810-45C9-B540-3B6BE283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100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0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Riesgo: refinar una cuenca local demasiado pronto.</a:t>
            </a:r>
          </a:p>
        </p:txBody>
      </p:sp>
      <p:sp>
        <p:nvSpPr>
          <p:cNvPr id="30" name="right-rule-2">
            <a:extLst xmlns:a="http://schemas.openxmlformats.org/drawingml/2006/main">
              <a:ext uri="{FF2B5EF4-FFF2-40B4-BE49-F238E27FC236}">
                <a16:creationId xmlns:a16="http://schemas.microsoft.com/office/drawing/2014/main" id="{54BC0C0D-BEB2-40FD-B711-46B28265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29150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31" name="explore-accent">
            <a:extLst xmlns:a="http://schemas.openxmlformats.org/drawingml/2006/main">
              <a:ext uri="{FF2B5EF4-FFF2-40B4-BE49-F238E27FC236}">
                <a16:creationId xmlns:a16="http://schemas.microsoft.com/office/drawing/2014/main" id="{34C38D08-D9CA-489A-BCDE-0826F7D1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43450"/>
            <a:ext cx="3238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explore-title">
            <a:extLst xmlns:a="http://schemas.openxmlformats.org/drawingml/2006/main">
              <a:ext uri="{FF2B5EF4-FFF2-40B4-BE49-F238E27FC236}">
                <a16:creationId xmlns:a16="http://schemas.microsoft.com/office/drawing/2014/main" id="{34314375-7BFE-40F9-8F0F-0E3AE0A3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863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Exploración</a:t>
            </a:r>
          </a:p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895ffb22c549a7"/>
          <a:stretch xmlns:a="http://schemas.openxmlformats.org/drawingml/2006/main"/>
        </p:blipFill>
        <p:spPr>
          <a:xfrm xmlns:a="http://schemas.openxmlformats.org/drawingml/2006/main">
            <a:off x="8012793" y="5114925"/>
            <a:ext cx="1709964" cy="304800"/>
          </a:xfrm>
          <a:prstGeom xmlns:a="http://schemas.openxmlformats.org/drawingml/2006/main" prst="rect">
            <a:avLst/>
          </a:prstGeom>
        </p:spPr>
      </p:pic>
      <p:sp>
        <p:nvSpPr>
          <p:cNvPr id="34" name="explore-dot-1">
            <a:extLst xmlns:a="http://schemas.openxmlformats.org/drawingml/2006/main">
              <a:ext uri="{FF2B5EF4-FFF2-40B4-BE49-F238E27FC236}">
                <a16:creationId xmlns:a16="http://schemas.microsoft.com/office/drawing/2014/main" id="{E460C400-B78F-474D-9AB1-2C4A74C2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24500"/>
            <a:ext cx="71438" cy="71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explore-copy-1">
            <a:extLst xmlns:a="http://schemas.openxmlformats.org/drawingml/2006/main">
              <a:ext uri="{FF2B5EF4-FFF2-40B4-BE49-F238E27FC236}">
                <a16:creationId xmlns:a16="http://schemas.microsoft.com/office/drawing/2014/main" id="{489BE8F7-EEC2-462A-B91F-B89BC640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4578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0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Prioriza regiones poco conocidas.</a:t>
            </a:r>
          </a:p>
        </p:txBody>
      </p:sp>
      <p:sp>
        <p:nvSpPr>
          <p:cNvPr id="36" name="explore-dot-2">
            <a:extLst xmlns:a="http://schemas.openxmlformats.org/drawingml/2006/main">
              <a:ext uri="{FF2B5EF4-FFF2-40B4-BE49-F238E27FC236}">
                <a16:creationId xmlns:a16="http://schemas.microsoft.com/office/drawing/2014/main" id="{FFB30735-918E-4730-A35D-D597DD31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53100"/>
            <a:ext cx="71438" cy="71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explore-copy-2">
            <a:extLst xmlns:a="http://schemas.openxmlformats.org/drawingml/2006/main">
              <a:ext uri="{FF2B5EF4-FFF2-40B4-BE49-F238E27FC236}">
                <a16:creationId xmlns:a16="http://schemas.microsoft.com/office/drawing/2014/main" id="{8D9ADB6E-FEB9-48BA-8A12-E7D10147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6864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0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Riesgo: evaluar zonas poco prometedoras.</a:t>
            </a:r>
          </a:p>
        </p:txBody>
      </p:sp>
      <p:sp>
        <p:nvSpPr>
          <p:cNvPr id="38" name="bottom-divider">
            <a:extLst xmlns:a="http://schemas.openxmlformats.org/drawingml/2006/main">
              <a:ext uri="{FF2B5EF4-FFF2-40B4-BE49-F238E27FC236}">
                <a16:creationId xmlns:a16="http://schemas.microsoft.com/office/drawing/2014/main" id="{86747F7D-024F-4B28-A265-A9B997BA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4CCC0"/>
            </a:solidFill>
            <a:prstDash val="solid"/>
          </a:ln>
        </p:spPr>
      </p:sp>
      <p:sp>
        <p:nvSpPr>
          <p:cNvPr id="39" name="bridge-accent">
            <a:extLst xmlns:a="http://schemas.openxmlformats.org/drawingml/2006/main">
              <a:ext uri="{FF2B5EF4-FFF2-40B4-BE49-F238E27FC236}">
                <a16:creationId xmlns:a16="http://schemas.microsoft.com/office/drawing/2014/main" id="{6A53F08E-7498-405A-B79A-545A1FA5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ridge-label">
            <a:extLst xmlns:a="http://schemas.openxmlformats.org/drawingml/2006/main">
              <a:ext uri="{FF2B5EF4-FFF2-40B4-BE49-F238E27FC236}">
                <a16:creationId xmlns:a16="http://schemas.microsoft.com/office/drawing/2014/main" id="{18529C36-5401-4D24-881E-624E7748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F7D6D"/>
                </a:solidFill>
                <a:latin typeface="Google Sans"/>
                <a:ea typeface="Google Sans"/>
                <a:cs typeface="Google Sans"/>
              </a:defRPr>
            </a:pPr>
            <a:r>
              <a:rPr sz="975" b="1">
                <a:solidFill>
                  <a:srgbClr val="2F7D6D"/>
                </a:solidFill>
                <a:latin typeface="Google Sans"/>
                <a:ea typeface="Google Sans"/>
                <a:cs typeface="Google Sans"/>
              </a:rPr>
              <a:t>Puente a Expected Improvement</a:t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1f8934a6ce4527"/>
          <a:stretch xmlns:a="http://schemas.openxmlformats.org/drawingml/2006/main"/>
        </p:blipFill>
        <p:spPr>
          <a:xfrm xmlns:a="http://schemas.openxmlformats.org/drawingml/2006/main">
            <a:off x="3028950" y="6074727"/>
            <a:ext cx="3143250" cy="309246"/>
          </a:xfrm>
          <a:prstGeom xmlns:a="http://schemas.openxmlformats.org/drawingml/2006/main" prst="rect">
            <a:avLst/>
          </a:prstGeom>
        </p:spPr>
      </p:pic>
      <p:sp>
        <p:nvSpPr>
          <p:cNvPr id="42" name="bridge-copy">
            <a:extLst xmlns:a="http://schemas.openxmlformats.org/drawingml/2006/main">
              <a:ext uri="{FF2B5EF4-FFF2-40B4-BE49-F238E27FC236}">
                <a16:creationId xmlns:a16="http://schemas.microsoft.com/office/drawing/2014/main" id="{84C5CFED-A484-45C9-B611-A77749FC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029325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53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953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Con el conocimiento actual del modelo, el infill estima qué candidato puede mejorar lo observado. Siguiente: Expected Improvement mide esa mejora esperada bajo el GP.</a:t>
            </a:r>
          </a:p>
        </p:txBody>
      </p:sp>
      <p:sp>
        <p:nvSpPr>
          <p:cNvPr id="4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3978810-6A28-4F2C-86ED-A6DA424E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1912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501249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2026-07-02T14:42:33.1390000Z</dcterms:created>
  <dcterms:modified xsi:type="dcterms:W3CDTF">2026-07-02T14:42:33.1390000Z</dcterms:modified>
</coreProperties>
</file>