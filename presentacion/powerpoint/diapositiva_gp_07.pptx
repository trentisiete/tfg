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56b9d8e9d4654" /><Relationship Type="http://schemas.openxmlformats.org/officeDocument/2006/relationships/extended-properties" Target="/docProps/app.xml" Id="Ra359fab246d24684" /><Relationship Type="http://schemas.openxmlformats.org/officeDocument/2006/relationships/officeDocument" Target="/ppt/presentation.xml" Id="Ra3ab9b99b95840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ef33f2e934a13"/>
  </p:sldMasterIdLst>
  <p:notesMasterIdLst>
    <p:notesMasterId xmlns:r="http://schemas.openxmlformats.org/officeDocument/2006/relationships" r:id="Rb679abe741af47fa"/>
  </p:notesMasterIdLst>
  <p:sldIdLst>
    <p:sldId xmlns:r="http://schemas.openxmlformats.org/officeDocument/2006/relationships" id="256" r:id="Raded5333224e4b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4a2cce215147a4" /><Relationship Type="http://schemas.openxmlformats.org/officeDocument/2006/relationships/slideMaster" Target="/ppt/slideMasters/slideMaster1.xml" Id="Rd1fef33f2e934a13" /><Relationship Type="http://schemas.openxmlformats.org/officeDocument/2006/relationships/notesMaster" Target="/ppt/notesMasters/notesMaster1.xml" Id="Rb679abe741af47fa" /><Relationship Type="http://schemas.openxmlformats.org/officeDocument/2006/relationships/presProps" Target="/ppt/presProps.xml" Id="R5044f5da6af14795" /><Relationship Type="http://schemas.openxmlformats.org/officeDocument/2006/relationships/tableStyles" Target="/ppt/tableStyles.xml" Id="Rb293fe872bbb4b1b" /><Relationship Type="http://schemas.openxmlformats.org/officeDocument/2006/relationships/slide" Target="/ppt/slides/slide1.xml" Id="Raded5333224e4b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8d048bb3d141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18e2948b904b26" /><Relationship Type="http://schemas.openxmlformats.org/officeDocument/2006/relationships/notesMaster" Target="/ppt/notesMasters/notesMaster1.xml" Id="Rd951c4c701134d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f8c40af974a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29f54401064166" /><Relationship Type="http://schemas.openxmlformats.org/officeDocument/2006/relationships/slideLayout" Target="/ppt/slideLayouts/slideLayout1.xml" Id="R51b469061fba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b469061fba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5a96991a44cdd" /><Relationship Type="http://schemas.openxmlformats.org/officeDocument/2006/relationships/image" Target="/ppt/media/image.png" Id="R82e3733f4e1b4419" /><Relationship Type="http://schemas.openxmlformats.org/officeDocument/2006/relationships/image" Target="/ppt/media/image2.png" Id="Rb21c2218307a4711" /><Relationship Type="http://schemas.openxmlformats.org/officeDocument/2006/relationships/image" Target="/ppt/media/image3.png" Id="R76b07905176741d7" /><Relationship Type="http://schemas.openxmlformats.org/officeDocument/2006/relationships/image" Target="/ppt/media/image4.png" Id="R9ec70a5bc479422d" /><Relationship Type="http://schemas.openxmlformats.org/officeDocument/2006/relationships/image" Target="/ppt/media/image5.png" Id="Re48b63e2d2df4b4e" /><Relationship Type="http://schemas.openxmlformats.org/officeDocument/2006/relationships/image" Target="/ppt/media/image6.png" Id="R9635cc7caee94c64" /><Relationship Type="http://schemas.openxmlformats.org/officeDocument/2006/relationships/image" Target="/ppt/media/image7.png" Id="Rd1838cba2e324699" /><Relationship Type="http://schemas.openxmlformats.org/officeDocument/2006/relationships/image" Target="/ppt/media/image8.png" Id="R4458d4cd4ae34d30" /><Relationship Type="http://schemas.openxmlformats.org/officeDocument/2006/relationships/image" Target="/ppt/media/image9.png" Id="R7eb921d463404c30" /><Relationship Type="http://schemas.openxmlformats.org/officeDocument/2006/relationships/notesSlide" Target="/ppt/notesSlides/notesSlide1.xml" Id="R2689a4c190704c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D8929E-D8CF-469F-A7F5-A84D6FB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9C1994C3-6966-4F4E-9A09-D76FD6CD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7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46E931-8CD1-49D6-AA20-EE12E0CF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Qué dicen la media y la varianza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A0DBC497-AB6B-4C02-9676-8C84D0F3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media posterior es la predicción esperada; la varianza, lo que aún no sabemos.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3733f4e1b4419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3810000" cy="453227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c2218307a4711"/>
          <a:stretch xmlns:a="http://schemas.openxmlformats.org/drawingml/2006/main"/>
        </p:blipFill>
        <p:spPr>
          <a:xfrm xmlns:a="http://schemas.openxmlformats.org/drawingml/2006/main">
            <a:off x="723900" y="3272627"/>
            <a:ext cx="4191000" cy="390041"/>
          </a:xfrm>
          <a:prstGeom xmlns:a="http://schemas.openxmlformats.org/drawingml/2006/main" prst="rect">
            <a:avLst/>
          </a:prstGeom>
        </p:spPr>
      </p:pic>
      <p:sp>
        <p:nvSpPr>
          <p:cNvPr id="7" name="left-rule">
            <a:extLst xmlns:a="http://schemas.openxmlformats.org/drawingml/2006/main">
              <a:ext uri="{FF2B5EF4-FFF2-40B4-BE49-F238E27FC236}">
                <a16:creationId xmlns:a16="http://schemas.microsoft.com/office/drawing/2014/main" id="{852CE8C3-340A-4FF6-BC91-FC3580D0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8419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8" name="frase">
            <a:extLst xmlns:a="http://schemas.openxmlformats.org/drawingml/2006/main">
              <a:ext uri="{FF2B5EF4-FFF2-40B4-BE49-F238E27FC236}">
                <a16:creationId xmlns:a16="http://schemas.microsoft.com/office/drawing/2014/main" id="{DF70D42B-53CA-4345-9174-FE86F283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9869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Cerca de los datos la incertidumbre cae; en zonas sin observar vuelve a crecer.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07905176741d7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70a5bc479422d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b63e2d2df4b4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5cc7caee94c64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38cba2e324699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8d4cd4ae34d30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921d463404c30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6" name="fig-caption">
            <a:extLst xmlns:a="http://schemas.openxmlformats.org/drawingml/2006/main">
              <a:ext uri="{FF2B5EF4-FFF2-40B4-BE49-F238E27FC236}">
                <a16:creationId xmlns:a16="http://schemas.microsoft.com/office/drawing/2014/main" id="{720ED6EE-1689-4C2C-BA43-26D3CEE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banda se estrecha junto a los datos y se ensancha lejos de ellos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196A6E-FF1C-4500-A3FA-C62B73AF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4745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2026-07-04T00:38:31.1100000Z</dcterms:created>
  <dcterms:modified xsi:type="dcterms:W3CDTF">2026-07-04T00:38:31.1100000Z</dcterms:modified>
</coreProperties>
</file>