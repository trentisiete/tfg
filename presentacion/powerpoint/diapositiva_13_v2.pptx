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0c5f5941aa4d90" /><Relationship Type="http://schemas.openxmlformats.org/officeDocument/2006/relationships/extended-properties" Target="/docProps/app.xml" Id="R5ed1ee592e914297" /><Relationship Type="http://schemas.openxmlformats.org/officeDocument/2006/relationships/officeDocument" Target="/ppt/presentation.xml" Id="R9d1e38379efd48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b6cdf5f54d4a5a"/>
  </p:sldMasterIdLst>
  <p:notesMasterIdLst>
    <p:notesMasterId xmlns:r="http://schemas.openxmlformats.org/officeDocument/2006/relationships" r:id="R27b3cfceb8254d66"/>
  </p:notesMasterIdLst>
  <p:sldIdLst>
    <p:sldId xmlns:r="http://schemas.openxmlformats.org/officeDocument/2006/relationships" id="256" r:id="R6736625f4c1d4a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b4448c4c924dd1" /><Relationship Type="http://schemas.openxmlformats.org/officeDocument/2006/relationships/slideMaster" Target="/ppt/slideMasters/slideMaster1.xml" Id="R9cb6cdf5f54d4a5a" /><Relationship Type="http://schemas.openxmlformats.org/officeDocument/2006/relationships/notesMaster" Target="/ppt/notesMasters/notesMaster1.xml" Id="R27b3cfceb8254d66" /><Relationship Type="http://schemas.openxmlformats.org/officeDocument/2006/relationships/presProps" Target="/ppt/presProps.xml" Id="R27abbee2b9bf4ee5" /><Relationship Type="http://schemas.openxmlformats.org/officeDocument/2006/relationships/tableStyles" Target="/ppt/tableStyles.xml" Id="Rd1f8dba1d4814532" /><Relationship Type="http://schemas.openxmlformats.org/officeDocument/2006/relationships/slide" Target="/ppt/slides/slide1.xml" Id="R6736625f4c1d4a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5ab35bbcc34c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83eca18ac04f50" /><Relationship Type="http://schemas.openxmlformats.org/officeDocument/2006/relationships/notesMaster" Target="/ppt/notesMasters/notesMaster1.xml" Id="R5a812e9042104e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420bb0f90f49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faf77d03b34cfb" /><Relationship Type="http://schemas.openxmlformats.org/officeDocument/2006/relationships/slideLayout" Target="/ppt/slideLayouts/slideLayout1.xml" Id="R66cdc6bdfce341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cdc6bdfce341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4620dea774de0" /><Relationship Type="http://schemas.openxmlformats.org/officeDocument/2006/relationships/image" Target="/ppt/media/image.png" Id="Re276b7f19eba486e" /><Relationship Type="http://schemas.openxmlformats.org/officeDocument/2006/relationships/image" Target="/ppt/media/image2.png" Id="R444f4ad0ff804bb0" /><Relationship Type="http://schemas.openxmlformats.org/officeDocument/2006/relationships/image" Target="/ppt/media/image3.png" Id="R138c5210093c4b7e" /><Relationship Type="http://schemas.openxmlformats.org/officeDocument/2006/relationships/image" Target="/ppt/media/image4.png" Id="R582b03a0ff9a4406" /><Relationship Type="http://schemas.openxmlformats.org/officeDocument/2006/relationships/image" Target="/ppt/media/image5.png" Id="R34089e8660ac4ef5" /><Relationship Type="http://schemas.openxmlformats.org/officeDocument/2006/relationships/image" Target="/ppt/media/image6.png" Id="R37ae576a11a94a1e" /><Relationship Type="http://schemas.openxmlformats.org/officeDocument/2006/relationships/notesSlide" Target="/ppt/notesSlides/notesSlide1.xml" Id="R21898dddab4244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207791E-C408-4E20-8AB1-9D95EAFA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METODOLOGÍA / SBO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26E230-9815-413E-9088-3D80E19C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30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Del sustituto a la decisión secuencial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62A87BF-F14E-47D3-B6AA-188F6A9B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50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Usar el modelo para proponer dónde invertir la siguiente evaluación.</a:t>
            </a:r>
          </a:p>
        </p:txBody>
      </p:sp>
      <p:sp>
        <p:nvSpPr>
          <p:cNvPr id="4" name="initial-design-card">
            <a:extLst xmlns:a="http://schemas.openxmlformats.org/drawingml/2006/main">
              <a:ext uri="{FF2B5EF4-FFF2-40B4-BE49-F238E27FC236}">
                <a16:creationId xmlns:a16="http://schemas.microsoft.com/office/drawing/2014/main" id="{ADF1E9AB-2284-4BBB-9758-A751864D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5" name="initial-design-accent">
            <a:extLst xmlns:a="http://schemas.openxmlformats.org/drawingml/2006/main">
              <a:ext uri="{FF2B5EF4-FFF2-40B4-BE49-F238E27FC236}">
                <a16:creationId xmlns:a16="http://schemas.microsoft.com/office/drawing/2014/main" id="{39B96725-72BB-42B9-9309-EAE0150E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nitial-design-step">
            <a:extLst xmlns:a="http://schemas.openxmlformats.org/drawingml/2006/main">
              <a:ext uri="{FF2B5EF4-FFF2-40B4-BE49-F238E27FC236}">
                <a16:creationId xmlns:a16="http://schemas.microsoft.com/office/drawing/2014/main" id="{B9A8FEC6-659A-4538-A70C-E8AD1D05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95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rPr>
              <a:t>01</a:t>
            </a:r>
          </a:p>
        </p:txBody>
      </p:sp>
      <p:sp>
        <p:nvSpPr>
          <p:cNvPr id="7" name="initial-design-title">
            <a:extLst xmlns:a="http://schemas.openxmlformats.org/drawingml/2006/main">
              <a:ext uri="{FF2B5EF4-FFF2-40B4-BE49-F238E27FC236}">
                <a16:creationId xmlns:a16="http://schemas.microsoft.com/office/drawing/2014/main" id="{3D95EAE0-E1AA-43A1-9F04-39BDC878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Diseño inicial</a:t>
            </a:r>
          </a:p>
        </p:txBody>
      </p:sp>
      <p:sp>
        <p:nvSpPr>
          <p:cNvPr id="8" name="initial-design-body">
            <a:extLst xmlns:a="http://schemas.openxmlformats.org/drawingml/2006/main">
              <a:ext uri="{FF2B5EF4-FFF2-40B4-BE49-F238E27FC236}">
                <a16:creationId xmlns:a16="http://schemas.microsoft.com/office/drawing/2014/main" id="{916FA329-67C4-48B4-9C01-CCF36037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primeras observaciones</a:t>
            </a:r>
          </a:p>
        </p:txBody>
      </p:sp>
      <p:sp>
        <p:nvSpPr>
          <p:cNvPr id="9" name="train-surrogate-card">
            <a:extLst xmlns:a="http://schemas.openxmlformats.org/drawingml/2006/main">
              <a:ext uri="{FF2B5EF4-FFF2-40B4-BE49-F238E27FC236}">
                <a16:creationId xmlns:a16="http://schemas.microsoft.com/office/drawing/2014/main" id="{852167E1-34F3-4693-AE2F-3F25DBAD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5265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10" name="train-surrogate-accent">
            <a:extLst xmlns:a="http://schemas.openxmlformats.org/drawingml/2006/main">
              <a:ext uri="{FF2B5EF4-FFF2-40B4-BE49-F238E27FC236}">
                <a16:creationId xmlns:a16="http://schemas.microsoft.com/office/drawing/2014/main" id="{44E9FE8D-E81F-4FAA-8485-A91B7CD5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ain-surrogate-step">
            <a:extLst xmlns:a="http://schemas.openxmlformats.org/drawingml/2006/main">
              <a:ext uri="{FF2B5EF4-FFF2-40B4-BE49-F238E27FC236}">
                <a16:creationId xmlns:a16="http://schemas.microsoft.com/office/drawing/2014/main" id="{976740E4-9E81-490E-90E4-9A841641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95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rPr>
              <a:t>02</a:t>
            </a:r>
          </a:p>
        </p:txBody>
      </p:sp>
      <p:sp>
        <p:nvSpPr>
          <p:cNvPr id="12" name="train-surrogate-title">
            <a:extLst xmlns:a="http://schemas.openxmlformats.org/drawingml/2006/main">
              <a:ext uri="{FF2B5EF4-FFF2-40B4-BE49-F238E27FC236}">
                <a16:creationId xmlns:a16="http://schemas.microsoft.com/office/drawing/2014/main" id="{0F626FAF-D2DD-4E81-A07B-A477130D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Entrenar sustituto</a:t>
            </a:r>
          </a:p>
        </p:txBody>
      </p:sp>
      <p:sp>
        <p:nvSpPr>
          <p:cNvPr id="13" name="train-surrogate-body">
            <a:extLst xmlns:a="http://schemas.openxmlformats.org/drawingml/2006/main">
              <a:ext uri="{FF2B5EF4-FFF2-40B4-BE49-F238E27FC236}">
                <a16:creationId xmlns:a16="http://schemas.microsoft.com/office/drawing/2014/main" id="{C5780FAB-1BD3-47EF-9903-A3721FA4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57525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4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proceso gaussiano</a:t>
            </a:r>
          </a:p>
        </p:txBody>
      </p:sp>
      <p:sp>
        <p:nvSpPr>
          <p:cNvPr id="14" name="prediction-card">
            <a:extLst xmlns:a="http://schemas.openxmlformats.org/drawingml/2006/main">
              <a:ext uri="{FF2B5EF4-FFF2-40B4-BE49-F238E27FC236}">
                <a16:creationId xmlns:a16="http://schemas.microsoft.com/office/drawing/2014/main" id="{EBA1CB2F-C1CC-4E8D-B2B3-D3BCE0D1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5265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15" name="prediction-accent">
            <a:extLst xmlns:a="http://schemas.openxmlformats.org/drawingml/2006/main">
              <a:ext uri="{FF2B5EF4-FFF2-40B4-BE49-F238E27FC236}">
                <a16:creationId xmlns:a16="http://schemas.microsoft.com/office/drawing/2014/main" id="{2CAE2A57-218A-4F0A-80E3-33A1A293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ediction-step">
            <a:extLst xmlns:a="http://schemas.openxmlformats.org/drawingml/2006/main">
              <a:ext uri="{FF2B5EF4-FFF2-40B4-BE49-F238E27FC236}">
                <a16:creationId xmlns:a16="http://schemas.microsoft.com/office/drawing/2014/main" id="{A344E021-B8A7-44C5-8D06-D950B842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95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rPr>
              <a:t>03</a:t>
            </a:r>
          </a:p>
        </p:txBody>
      </p:sp>
      <p:sp>
        <p:nvSpPr>
          <p:cNvPr id="17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3296C555-4707-4C91-A4C8-C801D29B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Predicción</a:t>
            </a:r>
          </a:p>
        </p:txBody>
      </p:sp>
      <p:sp>
        <p:nvSpPr>
          <p:cNvPr id="1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1505FBE9-EC20-4326-98F8-F6BE12AD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4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condicionamiento gaussiano</a:t>
            </a:r>
          </a:p>
        </p:txBody>
      </p:sp>
      <p:sp>
        <p:nvSpPr>
          <p:cNvPr id="19" name="infill-card">
            <a:extLst xmlns:a="http://schemas.openxmlformats.org/drawingml/2006/main">
              <a:ext uri="{FF2B5EF4-FFF2-40B4-BE49-F238E27FC236}">
                <a16:creationId xmlns:a16="http://schemas.microsoft.com/office/drawing/2014/main" id="{AACAE5B4-89E7-4C9B-B5D3-A7C091DF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5265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20" name="infill-accent">
            <a:extLst xmlns:a="http://schemas.openxmlformats.org/drawingml/2006/main">
              <a:ext uri="{FF2B5EF4-FFF2-40B4-BE49-F238E27FC236}">
                <a16:creationId xmlns:a16="http://schemas.microsoft.com/office/drawing/2014/main" id="{13679311-C6C1-4094-9103-F8809FF7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infill-step">
            <a:extLst xmlns:a="http://schemas.openxmlformats.org/drawingml/2006/main">
              <a:ext uri="{FF2B5EF4-FFF2-40B4-BE49-F238E27FC236}">
                <a16:creationId xmlns:a16="http://schemas.microsoft.com/office/drawing/2014/main" id="{C3BBBFE9-CA7A-4DE9-8E93-3DEA90C0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295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rPr>
              <a:t>04</a:t>
            </a:r>
          </a:p>
        </p:txBody>
      </p:sp>
      <p:sp>
        <p:nvSpPr>
          <p:cNvPr id="22" name="infill-title">
            <a:extLst xmlns:a="http://schemas.openxmlformats.org/drawingml/2006/main">
              <a:ext uri="{FF2B5EF4-FFF2-40B4-BE49-F238E27FC236}">
                <a16:creationId xmlns:a16="http://schemas.microsoft.com/office/drawing/2014/main" id="{BD698E2C-D1A0-424E-A729-6392C11D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336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Criterio de adquisición</a:t>
            </a:r>
          </a:p>
        </p:txBody>
      </p:sp>
      <p:sp>
        <p:nvSpPr>
          <p:cNvPr id="23" name="optimize-card">
            <a:extLst xmlns:a="http://schemas.openxmlformats.org/drawingml/2006/main">
              <a:ext uri="{FF2B5EF4-FFF2-40B4-BE49-F238E27FC236}">
                <a16:creationId xmlns:a16="http://schemas.microsoft.com/office/drawing/2014/main" id="{AF284902-7EBD-448C-9DD8-F3BCA3DE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4810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24" name="optimize-accent">
            <a:extLst xmlns:a="http://schemas.openxmlformats.org/drawingml/2006/main">
              <a:ext uri="{FF2B5EF4-FFF2-40B4-BE49-F238E27FC236}">
                <a16:creationId xmlns:a16="http://schemas.microsoft.com/office/drawing/2014/main" id="{8E98B97F-2537-4EEB-AA1A-10A10679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1955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ptimize-step">
            <a:extLst xmlns:a="http://schemas.openxmlformats.org/drawingml/2006/main">
              <a:ext uri="{FF2B5EF4-FFF2-40B4-BE49-F238E27FC236}">
                <a16:creationId xmlns:a16="http://schemas.microsoft.com/office/drawing/2014/main" id="{60C0A030-52FD-4B14-BDBD-E0AB235C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9909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rPr>
              <a:t>05</a:t>
            </a:r>
          </a:p>
        </p:txBody>
      </p:sp>
      <p:sp>
        <p:nvSpPr>
          <p:cNvPr id="26" name="optimize-title">
            <a:extLst xmlns:a="http://schemas.openxmlformats.org/drawingml/2006/main">
              <a:ext uri="{FF2B5EF4-FFF2-40B4-BE49-F238E27FC236}">
                <a16:creationId xmlns:a16="http://schemas.microsoft.com/office/drawing/2014/main" id="{429D2491-885B-4A7B-8A78-2C82F927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291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Optimizar criterio</a:t>
            </a:r>
          </a:p>
        </p:txBody>
      </p:sp>
      <p:sp>
        <p:nvSpPr>
          <p:cNvPr id="27" name="real-system-card">
            <a:extLst xmlns:a="http://schemas.openxmlformats.org/drawingml/2006/main">
              <a:ext uri="{FF2B5EF4-FFF2-40B4-BE49-F238E27FC236}">
                <a16:creationId xmlns:a16="http://schemas.microsoft.com/office/drawing/2014/main" id="{F81928F5-2B7A-40A6-9141-BE41B45A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4810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28" name="real-system-accent">
            <a:extLst xmlns:a="http://schemas.openxmlformats.org/drawingml/2006/main">
              <a:ext uri="{FF2B5EF4-FFF2-40B4-BE49-F238E27FC236}">
                <a16:creationId xmlns:a16="http://schemas.microsoft.com/office/drawing/2014/main" id="{74A76915-C8DA-4A0E-BE44-B1F6C0FD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al-system-step">
            <a:extLst xmlns:a="http://schemas.openxmlformats.org/drawingml/2006/main">
              <a:ext uri="{FF2B5EF4-FFF2-40B4-BE49-F238E27FC236}">
                <a16:creationId xmlns:a16="http://schemas.microsoft.com/office/drawing/2014/main" id="{8313B263-2B77-4E1E-A5B4-2F1BE962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909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rPr>
              <a:t>06</a:t>
            </a:r>
          </a:p>
        </p:txBody>
      </p:sp>
      <p:sp>
        <p:nvSpPr>
          <p:cNvPr id="30" name="real-system-title">
            <a:extLst xmlns:a="http://schemas.openxmlformats.org/drawingml/2006/main">
              <a:ext uri="{FF2B5EF4-FFF2-40B4-BE49-F238E27FC236}">
                <a16:creationId xmlns:a16="http://schemas.microsoft.com/office/drawing/2014/main" id="{54422072-F6C0-40FB-BF8B-C149AB17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Evaluar</a:t>
            </a:r>
          </a:p>
        </p:txBody>
      </p:sp>
      <p:sp>
        <p:nvSpPr>
          <p:cNvPr id="31" name="update-data-card">
            <a:extLst xmlns:a="http://schemas.openxmlformats.org/drawingml/2006/main">
              <a:ext uri="{FF2B5EF4-FFF2-40B4-BE49-F238E27FC236}">
                <a16:creationId xmlns:a16="http://schemas.microsoft.com/office/drawing/2014/main" id="{E4B5F9A8-8CF1-429A-AD17-C409DE5C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4810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32" name="update-data-accent">
            <a:extLst xmlns:a="http://schemas.openxmlformats.org/drawingml/2006/main">
              <a:ext uri="{FF2B5EF4-FFF2-40B4-BE49-F238E27FC236}">
                <a16:creationId xmlns:a16="http://schemas.microsoft.com/office/drawing/2014/main" id="{7A0A17A8-C8EA-44D1-A2D6-EB25CB2E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1955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update-data-step">
            <a:extLst xmlns:a="http://schemas.openxmlformats.org/drawingml/2006/main">
              <a:ext uri="{FF2B5EF4-FFF2-40B4-BE49-F238E27FC236}">
                <a16:creationId xmlns:a16="http://schemas.microsoft.com/office/drawing/2014/main" id="{D0D7061E-70B7-4B2A-835E-327DDBF9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909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9CA3AF"/>
                </a:solidFill>
                <a:latin typeface="Google Sans"/>
                <a:ea typeface="Google Sans"/>
                <a:cs typeface="Google Sans"/>
              </a:rPr>
              <a:t>07</a:t>
            </a:r>
          </a:p>
        </p:txBody>
      </p:sp>
      <p:sp>
        <p:nvSpPr>
          <p:cNvPr id="34" name="update-data-title">
            <a:extLst xmlns:a="http://schemas.openxmlformats.org/drawingml/2006/main">
              <a:ext uri="{FF2B5EF4-FFF2-40B4-BE49-F238E27FC236}">
                <a16:creationId xmlns:a16="http://schemas.microsoft.com/office/drawing/2014/main" id="{40ECC7E5-DA21-4870-A444-6D2A054A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291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Actualizar datos</a:t>
            </a:r>
          </a:p>
        </p:txBody>
      </p:sp>
      <p:sp>
        <p:nvSpPr>
          <p:cNvPr id="35" name="update-data-body">
            <a:extLst xmlns:a="http://schemas.openxmlformats.org/drawingml/2006/main">
              <a:ext uri="{FF2B5EF4-FFF2-40B4-BE49-F238E27FC236}">
                <a16:creationId xmlns:a16="http://schemas.microsoft.com/office/drawing/2014/main" id="{23452DBF-37D8-4411-B823-31192364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434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2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incorporar al conjunto observado</a:t>
            </a:r>
          </a:p>
        </p:txBody>
      </p:sp>
      <p:sp>
        <p:nvSpPr>
          <p:cNvPr id="36" name="repeat-cycle-card">
            <a:extLst xmlns:a="http://schemas.openxmlformats.org/drawingml/2006/main">
              <a:ext uri="{FF2B5EF4-FFF2-40B4-BE49-F238E27FC236}">
                <a16:creationId xmlns:a16="http://schemas.microsoft.com/office/drawing/2014/main" id="{648543D9-BB88-4D8A-AD33-A6F379B3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10001">
            <a:solidFill>
              <a:srgbClr val="174C5B"/>
            </a:solidFill>
            <a:prstDash val="solid"/>
          </a:ln>
        </p:spPr>
      </p:sp>
      <p:sp>
        <p:nvSpPr>
          <p:cNvPr id="37" name="repeat-cycle-accent">
            <a:extLst xmlns:a="http://schemas.openxmlformats.org/drawingml/2006/main">
              <a:ext uri="{FF2B5EF4-FFF2-40B4-BE49-F238E27FC236}">
                <a16:creationId xmlns:a16="http://schemas.microsoft.com/office/drawing/2014/main" id="{5FACD8E9-AD48-4A72-81A8-F46EE718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epeat-cycle-step">
            <a:extLst xmlns:a="http://schemas.openxmlformats.org/drawingml/2006/main">
              <a:ext uri="{FF2B5EF4-FFF2-40B4-BE49-F238E27FC236}">
                <a16:creationId xmlns:a16="http://schemas.microsoft.com/office/drawing/2014/main" id="{CC8F1F87-6FBB-4080-8D85-1A9A5938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909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CFE1E4"/>
                </a:solidFill>
                <a:latin typeface="Google Sans"/>
                <a:ea typeface="Google Sans"/>
                <a:cs typeface="Google Sans"/>
              </a:defRPr>
            </a:pPr>
            <a:r>
              <a:rPr sz="750" b="1">
                <a:solidFill>
                  <a:srgbClr val="CFE1E4"/>
                </a:solidFill>
                <a:latin typeface="Google Sans"/>
                <a:ea typeface="Google Sans"/>
                <a:cs typeface="Google Sans"/>
              </a:rPr>
              <a:t>08</a:t>
            </a:r>
          </a:p>
        </p:txBody>
      </p:sp>
      <p:sp>
        <p:nvSpPr>
          <p:cNvPr id="39" name="repeat-cycle-title">
            <a:extLst xmlns:a="http://schemas.openxmlformats.org/drawingml/2006/main">
              <a:ext uri="{FF2B5EF4-FFF2-40B4-BE49-F238E27FC236}">
                <a16:creationId xmlns:a16="http://schemas.microsoft.com/office/drawing/2014/main" id="{FFC440F1-48A5-46D5-9D0D-5623D517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FFFFFF"/>
                </a:solidFill>
                <a:latin typeface="Google Sans"/>
                <a:ea typeface="Google Sans"/>
                <a:cs typeface="Google Sans"/>
              </a:rPr>
              <a:t>Repetir ciclo</a:t>
            </a:r>
          </a:p>
        </p:txBody>
      </p:sp>
      <p:sp>
        <p:nvSpPr>
          <p:cNvPr id="40" name="repeat-cycle-body">
            <a:extLst xmlns:a="http://schemas.openxmlformats.org/drawingml/2006/main">
              <a:ext uri="{FF2B5EF4-FFF2-40B4-BE49-F238E27FC236}">
                <a16:creationId xmlns:a16="http://schemas.microsoft.com/office/drawing/2014/main" id="{52C7EFD3-2FD4-4F24-9612-23414E3E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DDECEF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DDECEF"/>
                </a:solidFill>
                <a:latin typeface="Google Sans"/>
                <a:ea typeface="Google Sans"/>
                <a:cs typeface="Google Sans"/>
              </a:rPr>
              <a:t>hasta agotar el presupuesto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DDECEF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DDECEF"/>
                </a:solidFill>
                <a:latin typeface="Google Sans"/>
                <a:ea typeface="Google Sans"/>
                <a:cs typeface="Google Sans"/>
              </a:rPr>
              <a:t>de evaluaciones</a:t>
            </a:r>
          </a:p>
        </p:txBody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6b7f19eba486e"/>
          <a:stretch xmlns:a="http://schemas.openxmlformats.org/drawingml/2006/main"/>
        </p:blipFill>
        <p:spPr>
          <a:xfrm xmlns:a="http://schemas.openxmlformats.org/drawingml/2006/main">
            <a:off x="895350" y="2824785"/>
            <a:ext cx="1200150" cy="217830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f4ad0ff804bb0"/>
          <a:stretch xmlns:a="http://schemas.openxmlformats.org/drawingml/2006/main"/>
        </p:blipFill>
        <p:spPr>
          <a:xfrm xmlns:a="http://schemas.openxmlformats.org/drawingml/2006/main">
            <a:off x="3662383" y="2800350"/>
            <a:ext cx="447633" cy="266700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c5210093c4b7e"/>
          <a:stretch xmlns:a="http://schemas.openxmlformats.org/drawingml/2006/main"/>
        </p:blipFill>
        <p:spPr>
          <a:xfrm xmlns:a="http://schemas.openxmlformats.org/drawingml/2006/main">
            <a:off x="6445078" y="2838450"/>
            <a:ext cx="616293" cy="180975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b03a0ff9a4406"/>
          <a:stretch xmlns:a="http://schemas.openxmlformats.org/drawingml/2006/main"/>
        </p:blipFill>
        <p:spPr>
          <a:xfrm xmlns:a="http://schemas.openxmlformats.org/drawingml/2006/main">
            <a:off x="8985372" y="2838450"/>
            <a:ext cx="1479306" cy="285750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89e8660ac4ef5"/>
          <a:stretch xmlns:a="http://schemas.openxmlformats.org/drawingml/2006/main"/>
        </p:blipFill>
        <p:spPr>
          <a:xfrm xmlns:a="http://schemas.openxmlformats.org/drawingml/2006/main">
            <a:off x="8875389" y="4514850"/>
            <a:ext cx="1775472" cy="295275"/>
          </a:xfrm>
          <a:prstGeom xmlns:a="http://schemas.openxmlformats.org/drawingml/2006/main" prst="rect">
            <a:avLst/>
          </a:prstGeom>
        </p:spPr>
      </p:pic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e576a11a94a1e"/>
          <a:stretch xmlns:a="http://schemas.openxmlformats.org/drawingml/2006/main"/>
        </p:blipFill>
        <p:spPr>
          <a:xfrm xmlns:a="http://schemas.openxmlformats.org/drawingml/2006/main">
            <a:off x="3543300" y="4483332"/>
            <a:ext cx="1085850" cy="244011"/>
          </a:xfrm>
          <a:prstGeom xmlns:a="http://schemas.openxmlformats.org/drawingml/2006/main" prst="rect">
            <a:avLst/>
          </a:prstGeom>
        </p:spPr>
      </p:pic>
      <p:cxnSp>
        <p:nvCxnSpPr>
          <p:cNvPr id="106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48000" y="26860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74C5B"/>
            </a:solidFill>
            <a:prstDash val="solid"/>
            <a:round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695950" y="26860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C9822B"/>
            </a:solidFill>
            <a:prstDash val="solid"/>
            <a:round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343900" y="26860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74C5B"/>
            </a:solidFill>
            <a:prstDash val="solid"/>
            <a:round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829800" y="321945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C9822B"/>
            </a:solidFill>
            <a:prstDash val="solid"/>
            <a:round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23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8343900" y="43815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2F7D6D"/>
            </a:solidFill>
            <a:prstDash val="solid"/>
            <a:round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27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5695950" y="43815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74C5B"/>
            </a:solidFill>
            <a:prstDash val="solid"/>
            <a:round/>
            <a:tail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31" idx="1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>
            <a:off x="3048000" y="43815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C9822B"/>
            </a:solidFill>
            <a:prstDash val="solid"/>
            <a:round/>
            <a:tailEnd type="triangle" w="sm" len="sm"/>
          </a:ln>
        </p:spPr>
      </p:cxnSp>
      <p:cxnSp>
        <p:nvCxnSpPr>
          <p:cNvPr id="113" name=""/>
          <p:cNvCxnSpPr>
            <a:stCxn xmlns:a="http://schemas.openxmlformats.org/drawingml/2006/main" id="36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1885950" y="321945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174C5B"/>
            </a:solidFill>
            <a:prstDash val="solid"/>
            <a:round/>
            <a:tailEnd type="triangle" w="sm" len="sm"/>
          </a:ln>
        </p:spPr>
      </p:cxnSp>
      <p:sp>
        <p:nvSpPr>
          <p:cNvPr id="55" name="loop-caption">
            <a:extLst xmlns:a="http://schemas.openxmlformats.org/drawingml/2006/main">
              <a:ext uri="{FF2B5EF4-FFF2-40B4-BE49-F238E27FC236}">
                <a16:creationId xmlns:a16="http://schemas.microsoft.com/office/drawing/2014/main" id="{7B5F2E72-ED85-45BD-BBD3-550630E2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099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ciclo secuencial de infill</a:t>
            </a:r>
          </a:p>
        </p:txBody>
      </p:sp>
      <p:sp>
        <p:nvSpPr>
          <p:cNvPr id="56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A55985D7-B4AC-4D0A-9080-015D831C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CFC7BA"/>
            </a:solidFill>
            <a:prstDash val="solid"/>
          </a:ln>
        </p:spPr>
      </p:sp>
      <p:sp>
        <p:nvSpPr>
          <p:cNvPr id="57" name="bottom-kicker">
            <a:extLst xmlns:a="http://schemas.openxmlformats.org/drawingml/2006/main">
              <a:ext uri="{FF2B5EF4-FFF2-40B4-BE49-F238E27FC236}">
                <a16:creationId xmlns:a16="http://schemas.microsoft.com/office/drawing/2014/main" id="{E99B0726-4B9B-48A1-B138-CC040137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00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Puente metodológico</a:t>
            </a:r>
          </a:p>
        </p:txBody>
      </p:sp>
      <p:sp>
        <p:nvSpPr>
          <p:cNvPr id="58" name="takeaway">
            <a:extLst xmlns:a="http://schemas.openxmlformats.org/drawingml/2006/main">
              <a:ext uri="{FF2B5EF4-FFF2-40B4-BE49-F238E27FC236}">
                <a16:creationId xmlns:a16="http://schemas.microsoft.com/office/drawing/2014/main" id="{A824C795-9EDC-4036-8020-99FDB53C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578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65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La clave no es explorar todo el espacio, sino elegir mejor el siguiente ensayo.</a:t>
            </a:r>
          </a:p>
        </p:txBody>
      </p:sp>
      <p:sp>
        <p:nvSpPr>
          <p:cNvPr id="5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28EF7C9-9243-46F9-903A-C766E645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191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29330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2026-07-02T17:16:19.8120000Z</dcterms:created>
  <dcterms:modified xsi:type="dcterms:W3CDTF">2026-07-02T17:16:19.8120000Z</dcterms:modified>
</coreProperties>
</file>