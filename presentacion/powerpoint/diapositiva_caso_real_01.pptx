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d609dd525641b9" /><Relationship Type="http://schemas.openxmlformats.org/officeDocument/2006/relationships/extended-properties" Target="/docProps/app.xml" Id="R99858517bba04a7e" /><Relationship Type="http://schemas.openxmlformats.org/officeDocument/2006/relationships/officeDocument" Target="/ppt/presentation.xml" Id="Rd86fc46e941c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c0b7fbf0d407c"/>
  </p:sldMasterIdLst>
  <p:notesMasterIdLst>
    <p:notesMasterId xmlns:r="http://schemas.openxmlformats.org/officeDocument/2006/relationships" r:id="R0c083476be08412d"/>
  </p:notesMasterIdLst>
  <p:sldIdLst>
    <p:sldId xmlns:r="http://schemas.openxmlformats.org/officeDocument/2006/relationships" id="256" r:id="R2c17c66c2c424c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4b58d863c4f46" /><Relationship Type="http://schemas.openxmlformats.org/officeDocument/2006/relationships/slideMaster" Target="/ppt/slideMasters/slideMaster1.xml" Id="R963c0b7fbf0d407c" /><Relationship Type="http://schemas.openxmlformats.org/officeDocument/2006/relationships/notesMaster" Target="/ppt/notesMasters/notesMaster1.xml" Id="R0c083476be08412d" /><Relationship Type="http://schemas.openxmlformats.org/officeDocument/2006/relationships/presProps" Target="/ppt/presProps.xml" Id="Rec9ac14afdd54a2d" /><Relationship Type="http://schemas.openxmlformats.org/officeDocument/2006/relationships/tableStyles" Target="/ppt/tableStyles.xml" Id="Ra34ce6e471254979" /><Relationship Type="http://schemas.openxmlformats.org/officeDocument/2006/relationships/slide" Target="/ppt/slides/slide1.xml" Id="R2c17c66c2c42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243e7757c54b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93d6c9f9a4f09" /><Relationship Type="http://schemas.openxmlformats.org/officeDocument/2006/relationships/notesMaster" Target="/ppt/notesMasters/notesMaster1.xml" Id="R2f936cd3acc9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6f6ab1bc44d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a00f38b874d63" /><Relationship Type="http://schemas.openxmlformats.org/officeDocument/2006/relationships/slideLayout" Target="/ppt/slideLayouts/slideLayout1.xml" Id="Rd6db2739bf1148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b2739bf1148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13c79e9241f2" /><Relationship Type="http://schemas.openxmlformats.org/officeDocument/2006/relationships/notesSlide" Target="/ppt/notesSlides/notesSlide1.xml" Id="Rb9d295f71ff846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5AEA4A-82F1-40DC-ABFF-1AC9984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ENTOMOTIVE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B6E514-16FD-4569-AF40-F42B34CE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Caso real: dietas de Hermetia illucens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5E69741A-7BF3-4692-968A-C1FC99DC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Pasamos del benchmark controlado a datos experimentales reales: pocas dietas, réplicas agrupadas y validación costosa.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FE3918A-813E-4F0E-80AE-F3084E3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18</a:t>
            </a:r>
          </a:p>
        </p:txBody>
      </p:sp>
      <p:sp>
        <p:nvSpPr>
          <p:cNvPr id="5" name="species-chip">
            <a:extLst xmlns:a="http://schemas.openxmlformats.org/drawingml/2006/main">
              <a:ext uri="{FF2B5EF4-FFF2-40B4-BE49-F238E27FC236}">
                <a16:creationId xmlns:a16="http://schemas.microsoft.com/office/drawing/2014/main" id="{0108EBA2-2F29-47F8-B9BC-45207C6D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04850"/>
            <a:ext cx="228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6" name="species-kicker">
            <a:extLst xmlns:a="http://schemas.openxmlformats.org/drawingml/2006/main">
              <a:ext uri="{FF2B5EF4-FFF2-40B4-BE49-F238E27FC236}">
                <a16:creationId xmlns:a16="http://schemas.microsoft.com/office/drawing/2014/main" id="{D2965CC8-EE30-4099-9DB1-245AD2A5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800100"/>
            <a:ext cx="190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50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ESPECIE</a:t>
            </a:r>
          </a:p>
        </p:txBody>
      </p:sp>
      <p:sp>
        <p:nvSpPr>
          <p:cNvPr id="7" name="species-name">
            <a:extLst xmlns:a="http://schemas.openxmlformats.org/drawingml/2006/main">
              <a:ext uri="{FF2B5EF4-FFF2-40B4-BE49-F238E27FC236}">
                <a16:creationId xmlns:a16="http://schemas.microsoft.com/office/drawing/2014/main" id="{5524D456-DEA5-4D52-8849-37DAA47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952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 i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63" b="0" i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Hermetia illucens</a:t>
            </a:r>
          </a:p>
        </p:txBody>
      </p:sp>
      <p:sp>
        <p:nvSpPr>
          <p:cNvPr id="8" name="grp-bar-0">
            <a:extLst xmlns:a="http://schemas.openxmlformats.org/drawingml/2006/main">
              <a:ext uri="{FF2B5EF4-FFF2-40B4-BE49-F238E27FC236}">
                <a16:creationId xmlns:a16="http://schemas.microsoft.com/office/drawing/2014/main" id="{4A12CB65-9338-4261-B4B3-BAEF9A63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p-label-0">
            <a:extLst xmlns:a="http://schemas.openxmlformats.org/drawingml/2006/main">
              <a:ext uri="{FF2B5EF4-FFF2-40B4-BE49-F238E27FC236}">
                <a16:creationId xmlns:a16="http://schemas.microsoft.com/office/drawing/2014/main" id="{D60F47B3-5FFD-475B-B4AF-1B2D3612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CONTROL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6EA8F3F3-5570-4030-AA97-5B508D8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11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D2EA44FF-89CC-41BD-95BD-B0081C54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</a:t>
            </a:r>
          </a:p>
        </p:txBody>
      </p:sp>
      <p:sp>
        <p:nvSpPr>
          <p:cNvPr id="12" name="rep-1-0">
            <a:extLst xmlns:a="http://schemas.openxmlformats.org/drawingml/2006/main">
              <a:ext uri="{FF2B5EF4-FFF2-40B4-BE49-F238E27FC236}">
                <a16:creationId xmlns:a16="http://schemas.microsoft.com/office/drawing/2014/main" id="{10BE1F38-C6D4-4F3F-BE5A-F4193A96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-1-1">
            <a:extLst xmlns:a="http://schemas.openxmlformats.org/drawingml/2006/main">
              <a:ext uri="{FF2B5EF4-FFF2-40B4-BE49-F238E27FC236}">
                <a16:creationId xmlns:a16="http://schemas.microsoft.com/office/drawing/2014/main" id="{CA68358F-C628-456F-8D26-60925DAE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p-1-2">
            <a:extLst xmlns:a="http://schemas.openxmlformats.org/drawingml/2006/main">
              <a:ext uri="{FF2B5EF4-FFF2-40B4-BE49-F238E27FC236}">
                <a16:creationId xmlns:a16="http://schemas.microsoft.com/office/drawing/2014/main" id="{4349DAB6-9C1C-46DA-BF4F-5436DBE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p-sep-0">
            <a:extLst xmlns:a="http://schemas.openxmlformats.org/drawingml/2006/main">
              <a:ext uri="{FF2B5EF4-FFF2-40B4-BE49-F238E27FC236}">
                <a16:creationId xmlns:a16="http://schemas.microsoft.com/office/drawing/2014/main" id="{3CC4E7DA-4C3D-4950-8827-9520911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86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6" name="grp-bar-1">
            <a:extLst xmlns:a="http://schemas.openxmlformats.org/drawingml/2006/main">
              <a:ext uri="{FF2B5EF4-FFF2-40B4-BE49-F238E27FC236}">
                <a16:creationId xmlns:a16="http://schemas.microsoft.com/office/drawing/2014/main" id="{FB562402-9B03-4B5F-B104-C51BF9F4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3835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p-label-1">
            <a:extLst xmlns:a="http://schemas.openxmlformats.org/drawingml/2006/main">
              <a:ext uri="{FF2B5EF4-FFF2-40B4-BE49-F238E27FC236}">
                <a16:creationId xmlns:a16="http://schemas.microsoft.com/office/drawing/2014/main" id="{E69DF0B6-9808-4055-BA86-FFFFFC5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HOJA</a:t>
            </a:r>
          </a:p>
        </p:txBody>
      </p:sp>
      <p:sp>
        <p:nvSpPr>
          <p:cNvPr id="18" name="card-2">
            <a:extLst xmlns:a="http://schemas.openxmlformats.org/drawingml/2006/main">
              <a:ext uri="{FF2B5EF4-FFF2-40B4-BE49-F238E27FC236}">
                <a16:creationId xmlns:a16="http://schemas.microsoft.com/office/drawing/2014/main" id="{D2B755B8-DB01-41F1-94E6-21DF0FE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19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C62F1C61-47ED-47BE-A8C1-EEC223B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D2</a:t>
            </a:r>
          </a:p>
        </p:txBody>
      </p:sp>
      <p:sp>
        <p:nvSpPr>
          <p:cNvPr id="20" name="rep-2-0">
            <a:extLst xmlns:a="http://schemas.openxmlformats.org/drawingml/2006/main">
              <a:ext uri="{FF2B5EF4-FFF2-40B4-BE49-F238E27FC236}">
                <a16:creationId xmlns:a16="http://schemas.microsoft.com/office/drawing/2014/main" id="{3688C424-B0D9-4169-9457-81A0154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p-2-1">
            <a:extLst xmlns:a="http://schemas.openxmlformats.org/drawingml/2006/main">
              <a:ext uri="{FF2B5EF4-FFF2-40B4-BE49-F238E27FC236}">
                <a16:creationId xmlns:a16="http://schemas.microsoft.com/office/drawing/2014/main" id="{45C9E313-7F93-4612-B2BE-3892496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p-2-2">
            <a:extLst xmlns:a="http://schemas.openxmlformats.org/drawingml/2006/main">
              <a:ext uri="{FF2B5EF4-FFF2-40B4-BE49-F238E27FC236}">
                <a16:creationId xmlns:a16="http://schemas.microsoft.com/office/drawing/2014/main" id="{094D59D5-41D6-476F-9359-41D3DC9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d-3">
            <a:extLst xmlns:a="http://schemas.openxmlformats.org/drawingml/2006/main">
              <a:ext uri="{FF2B5EF4-FFF2-40B4-BE49-F238E27FC236}">
                <a16:creationId xmlns:a16="http://schemas.microsoft.com/office/drawing/2014/main" id="{28E84F2E-4105-4D34-88C4-5EB52CE8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24" name="card-label-3">
            <a:extLst xmlns:a="http://schemas.openxmlformats.org/drawingml/2006/main">
              <a:ext uri="{FF2B5EF4-FFF2-40B4-BE49-F238E27FC236}">
                <a16:creationId xmlns:a16="http://schemas.microsoft.com/office/drawing/2014/main" id="{E55B737C-8413-43A5-B3B7-AF12805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D3</a:t>
            </a:r>
          </a:p>
        </p:txBody>
      </p:sp>
      <p:sp>
        <p:nvSpPr>
          <p:cNvPr id="25" name="rep-3-0">
            <a:extLst xmlns:a="http://schemas.openxmlformats.org/drawingml/2006/main">
              <a:ext uri="{FF2B5EF4-FFF2-40B4-BE49-F238E27FC236}">
                <a16:creationId xmlns:a16="http://schemas.microsoft.com/office/drawing/2014/main" id="{73348AF3-DDD3-4C09-9040-9851D55F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p-3-1">
            <a:extLst xmlns:a="http://schemas.openxmlformats.org/drawingml/2006/main">
              <a:ext uri="{FF2B5EF4-FFF2-40B4-BE49-F238E27FC236}">
                <a16:creationId xmlns:a16="http://schemas.microsoft.com/office/drawing/2014/main" id="{3D481BC0-B598-414C-9763-CC26FE0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p-3-2">
            <a:extLst xmlns:a="http://schemas.openxmlformats.org/drawingml/2006/main">
              <a:ext uri="{FF2B5EF4-FFF2-40B4-BE49-F238E27FC236}">
                <a16:creationId xmlns:a16="http://schemas.microsoft.com/office/drawing/2014/main" id="{B3D98F0A-ADD6-4CEF-B238-ED09ABB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4">
            <a:extLst xmlns:a="http://schemas.openxmlformats.org/drawingml/2006/main">
              <a:ext uri="{FF2B5EF4-FFF2-40B4-BE49-F238E27FC236}">
                <a16:creationId xmlns:a16="http://schemas.microsoft.com/office/drawing/2014/main" id="{32A4EA0F-8C02-4064-9B31-9AF94E5D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29" name="card-label-4">
            <a:extLst xmlns:a="http://schemas.openxmlformats.org/drawingml/2006/main">
              <a:ext uri="{FF2B5EF4-FFF2-40B4-BE49-F238E27FC236}">
                <a16:creationId xmlns:a16="http://schemas.microsoft.com/office/drawing/2014/main" id="{F8A6DCF9-8727-46AB-88B2-5DD767A1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D4</a:t>
            </a:r>
          </a:p>
        </p:txBody>
      </p:sp>
      <p:sp>
        <p:nvSpPr>
          <p:cNvPr id="30" name="rep-4-0">
            <a:extLst xmlns:a="http://schemas.openxmlformats.org/drawingml/2006/main">
              <a:ext uri="{FF2B5EF4-FFF2-40B4-BE49-F238E27FC236}">
                <a16:creationId xmlns:a16="http://schemas.microsoft.com/office/drawing/2014/main" id="{BBA91678-3715-4DDD-A728-282B93B0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p-4-1">
            <a:extLst xmlns:a="http://schemas.openxmlformats.org/drawingml/2006/main">
              <a:ext uri="{FF2B5EF4-FFF2-40B4-BE49-F238E27FC236}">
                <a16:creationId xmlns:a16="http://schemas.microsoft.com/office/drawing/2014/main" id="{A7915309-3864-4BF9-A69A-1CE563C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p-4-2">
            <a:extLst xmlns:a="http://schemas.openxmlformats.org/drawingml/2006/main">
              <a:ext uri="{FF2B5EF4-FFF2-40B4-BE49-F238E27FC236}">
                <a16:creationId xmlns:a16="http://schemas.microsoft.com/office/drawing/2014/main" id="{D4963E62-0BCC-468E-8F8D-25F34CF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p-sep-1">
            <a:extLst xmlns:a="http://schemas.openxmlformats.org/drawingml/2006/main">
              <a:ext uri="{FF2B5EF4-FFF2-40B4-BE49-F238E27FC236}">
                <a16:creationId xmlns:a16="http://schemas.microsoft.com/office/drawing/2014/main" id="{91A8BA7C-0650-43B2-9B9B-F9B645E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86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34" name="grp-bar-2">
            <a:extLst xmlns:a="http://schemas.openxmlformats.org/drawingml/2006/main">
              <a:ext uri="{FF2B5EF4-FFF2-40B4-BE49-F238E27FC236}">
                <a16:creationId xmlns:a16="http://schemas.microsoft.com/office/drawing/2014/main" id="{280B7992-E02E-41B4-838F-103072E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p-label-2">
            <a:extLst xmlns:a="http://schemas.openxmlformats.org/drawingml/2006/main">
              <a:ext uri="{FF2B5EF4-FFF2-40B4-BE49-F238E27FC236}">
                <a16:creationId xmlns:a16="http://schemas.microsoft.com/office/drawing/2014/main" id="{74ECB96B-2418-44AF-81A8-2ED67E7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14550"/>
            <a:ext cx="3257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ORUJO</a:t>
            </a:r>
          </a:p>
        </p:txBody>
      </p:sp>
      <p:sp>
        <p:nvSpPr>
          <p:cNvPr id="36" name="card-5">
            <a:extLst xmlns:a="http://schemas.openxmlformats.org/drawingml/2006/main">
              <a:ext uri="{FF2B5EF4-FFF2-40B4-BE49-F238E27FC236}">
                <a16:creationId xmlns:a16="http://schemas.microsoft.com/office/drawing/2014/main" id="{8D7604B3-8682-48C1-9206-75154DF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37" name="card-label-5">
            <a:extLst xmlns:a="http://schemas.openxmlformats.org/drawingml/2006/main">
              <a:ext uri="{FF2B5EF4-FFF2-40B4-BE49-F238E27FC236}">
                <a16:creationId xmlns:a16="http://schemas.microsoft.com/office/drawing/2014/main" id="{3D350518-C766-45DC-813A-07B9CF1D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D5</a:t>
            </a:r>
          </a:p>
        </p:txBody>
      </p:sp>
      <p:sp>
        <p:nvSpPr>
          <p:cNvPr id="38" name="rep-5-0">
            <a:extLst xmlns:a="http://schemas.openxmlformats.org/drawingml/2006/main">
              <a:ext uri="{FF2B5EF4-FFF2-40B4-BE49-F238E27FC236}">
                <a16:creationId xmlns:a16="http://schemas.microsoft.com/office/drawing/2014/main" id="{9DD5F1DC-E836-4CF4-8EB1-7E930ED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p-5-1">
            <a:extLst xmlns:a="http://schemas.openxmlformats.org/drawingml/2006/main">
              <a:ext uri="{FF2B5EF4-FFF2-40B4-BE49-F238E27FC236}">
                <a16:creationId xmlns:a16="http://schemas.microsoft.com/office/drawing/2014/main" id="{459EB677-899D-4128-BCB4-8355894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p-5-2">
            <a:extLst xmlns:a="http://schemas.openxmlformats.org/drawingml/2006/main">
              <a:ext uri="{FF2B5EF4-FFF2-40B4-BE49-F238E27FC236}">
                <a16:creationId xmlns:a16="http://schemas.microsoft.com/office/drawing/2014/main" id="{3680C084-2F4A-4EF3-839F-E4A97A18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ard-6">
            <a:extLst xmlns:a="http://schemas.openxmlformats.org/drawingml/2006/main">
              <a:ext uri="{FF2B5EF4-FFF2-40B4-BE49-F238E27FC236}">
                <a16:creationId xmlns:a16="http://schemas.microsoft.com/office/drawing/2014/main" id="{9AD03942-904D-42F4-AC4A-DB32441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42" name="card-label-6">
            <a:extLst xmlns:a="http://schemas.openxmlformats.org/drawingml/2006/main">
              <a:ext uri="{FF2B5EF4-FFF2-40B4-BE49-F238E27FC236}">
                <a16:creationId xmlns:a16="http://schemas.microsoft.com/office/drawing/2014/main" id="{88914ECB-451C-4DA8-A2F0-082223E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D6</a:t>
            </a:r>
          </a:p>
        </p:txBody>
      </p:sp>
      <p:sp>
        <p:nvSpPr>
          <p:cNvPr id="43" name="rep-6-0">
            <a:extLst xmlns:a="http://schemas.openxmlformats.org/drawingml/2006/main">
              <a:ext uri="{FF2B5EF4-FFF2-40B4-BE49-F238E27FC236}">
                <a16:creationId xmlns:a16="http://schemas.microsoft.com/office/drawing/2014/main" id="{6BDAABB3-B29C-4097-A6AB-24A466B1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p-6-1">
            <a:extLst xmlns:a="http://schemas.openxmlformats.org/drawingml/2006/main">
              <a:ext uri="{FF2B5EF4-FFF2-40B4-BE49-F238E27FC236}">
                <a16:creationId xmlns:a16="http://schemas.microsoft.com/office/drawing/2014/main" id="{9E68B42D-ED33-4284-B5E0-6255211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p-6-2">
            <a:extLst xmlns:a="http://schemas.openxmlformats.org/drawingml/2006/main">
              <a:ext uri="{FF2B5EF4-FFF2-40B4-BE49-F238E27FC236}">
                <a16:creationId xmlns:a16="http://schemas.microsoft.com/office/drawing/2014/main" id="{95706939-0C04-4534-B413-00BD1DC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ard-7">
            <a:extLst xmlns:a="http://schemas.openxmlformats.org/drawingml/2006/main">
              <a:ext uri="{FF2B5EF4-FFF2-40B4-BE49-F238E27FC236}">
                <a16:creationId xmlns:a16="http://schemas.microsoft.com/office/drawing/2014/main" id="{05DF3322-BDEE-408F-BF64-1370EAF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47" name="card-label-7">
            <a:extLst xmlns:a="http://schemas.openxmlformats.org/drawingml/2006/main">
              <a:ext uri="{FF2B5EF4-FFF2-40B4-BE49-F238E27FC236}">
                <a16:creationId xmlns:a16="http://schemas.microsoft.com/office/drawing/2014/main" id="{07DBEE8A-A60E-413A-BC3E-8F2E208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D7</a:t>
            </a:r>
          </a:p>
        </p:txBody>
      </p:sp>
      <p:sp>
        <p:nvSpPr>
          <p:cNvPr id="48" name="rep-7-0">
            <a:extLst xmlns:a="http://schemas.openxmlformats.org/drawingml/2006/main">
              <a:ext uri="{FF2B5EF4-FFF2-40B4-BE49-F238E27FC236}">
                <a16:creationId xmlns:a16="http://schemas.microsoft.com/office/drawing/2014/main" id="{AB912EA2-5851-4F5D-B519-BD059AC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p-7-1">
            <a:extLst xmlns:a="http://schemas.openxmlformats.org/drawingml/2006/main">
              <a:ext uri="{FF2B5EF4-FFF2-40B4-BE49-F238E27FC236}">
                <a16:creationId xmlns:a16="http://schemas.microsoft.com/office/drawing/2014/main" id="{FEAD18C3-5E72-4BA0-99F5-40143849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p-7-2">
            <a:extLst xmlns:a="http://schemas.openxmlformats.org/drawingml/2006/main">
              <a:ext uri="{FF2B5EF4-FFF2-40B4-BE49-F238E27FC236}">
                <a16:creationId xmlns:a16="http://schemas.microsoft.com/office/drawing/2014/main" id="{E0A57FC3-F9E5-4C51-BD48-E04B5EA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rd-8">
            <a:extLst xmlns:a="http://schemas.openxmlformats.org/drawingml/2006/main">
              <a:ext uri="{FF2B5EF4-FFF2-40B4-BE49-F238E27FC236}">
                <a16:creationId xmlns:a16="http://schemas.microsoft.com/office/drawing/2014/main" id="{F894E84D-B14B-4C7F-BD34-0F2D79DF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52" name="card-label-8">
            <a:extLst xmlns:a="http://schemas.openxmlformats.org/drawingml/2006/main">
              <a:ext uri="{FF2B5EF4-FFF2-40B4-BE49-F238E27FC236}">
                <a16:creationId xmlns:a16="http://schemas.microsoft.com/office/drawing/2014/main" id="{9DD249E8-BBCA-4ED8-95EA-1076347E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D8</a:t>
            </a:r>
          </a:p>
        </p:txBody>
      </p:sp>
      <p:sp>
        <p:nvSpPr>
          <p:cNvPr id="53" name="rep-8-0">
            <a:extLst xmlns:a="http://schemas.openxmlformats.org/drawingml/2006/main">
              <a:ext uri="{FF2B5EF4-FFF2-40B4-BE49-F238E27FC236}">
                <a16:creationId xmlns:a16="http://schemas.microsoft.com/office/drawing/2014/main" id="{6A3A36C7-F212-4E90-A0A8-CA16CBF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3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p-8-1">
            <a:extLst xmlns:a="http://schemas.openxmlformats.org/drawingml/2006/main">
              <a:ext uri="{FF2B5EF4-FFF2-40B4-BE49-F238E27FC236}">
                <a16:creationId xmlns:a16="http://schemas.microsoft.com/office/drawing/2014/main" id="{5D3E6DE6-8157-478B-B229-ABA95CA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1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p-8-2">
            <a:extLst xmlns:a="http://schemas.openxmlformats.org/drawingml/2006/main">
              <a:ext uri="{FF2B5EF4-FFF2-40B4-BE49-F238E27FC236}">
                <a16:creationId xmlns:a16="http://schemas.microsoft.com/office/drawing/2014/main" id="{C8D5A696-6093-41DA-B637-F67A4C89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p-sep-2">
            <a:extLst xmlns:a="http://schemas.openxmlformats.org/drawingml/2006/main">
              <a:ext uri="{FF2B5EF4-FFF2-40B4-BE49-F238E27FC236}">
                <a16:creationId xmlns:a16="http://schemas.microsoft.com/office/drawing/2014/main" id="{D5377568-436B-487F-850E-247051E5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86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57" name="grp-bar-3">
            <a:extLst xmlns:a="http://schemas.openxmlformats.org/drawingml/2006/main">
              <a:ext uri="{FF2B5EF4-FFF2-40B4-BE49-F238E27FC236}">
                <a16:creationId xmlns:a16="http://schemas.microsoft.com/office/drawing/2014/main" id="{335A2241-ABA0-4DEF-BA4F-96EF4A0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p-label-3">
            <a:extLst xmlns:a="http://schemas.openxmlformats.org/drawingml/2006/main">
              <a:ext uri="{FF2B5EF4-FFF2-40B4-BE49-F238E27FC236}">
                <a16:creationId xmlns:a16="http://schemas.microsoft.com/office/drawing/2014/main" id="{8ABCCFB5-5428-414E-8678-E06E2B7F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1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QUINOA</a:t>
            </a:r>
          </a:p>
        </p:txBody>
      </p:sp>
      <p:sp>
        <p:nvSpPr>
          <p:cNvPr id="59" name="card-9">
            <a:extLst xmlns:a="http://schemas.openxmlformats.org/drawingml/2006/main">
              <a:ext uri="{FF2B5EF4-FFF2-40B4-BE49-F238E27FC236}">
                <a16:creationId xmlns:a16="http://schemas.microsoft.com/office/drawing/2014/main" id="{5DF4FA8C-49EE-451B-8934-352753FC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60" name="card-label-9">
            <a:extLst xmlns:a="http://schemas.openxmlformats.org/drawingml/2006/main">
              <a:ext uri="{FF2B5EF4-FFF2-40B4-BE49-F238E27FC236}">
                <a16:creationId xmlns:a16="http://schemas.microsoft.com/office/drawing/2014/main" id="{F2242E0D-3AC5-4B82-AF08-19771A00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D9</a:t>
            </a:r>
          </a:p>
        </p:txBody>
      </p:sp>
      <p:sp>
        <p:nvSpPr>
          <p:cNvPr id="61" name="rep-9-0">
            <a:extLst xmlns:a="http://schemas.openxmlformats.org/drawingml/2006/main">
              <a:ext uri="{FF2B5EF4-FFF2-40B4-BE49-F238E27FC236}">
                <a16:creationId xmlns:a16="http://schemas.microsoft.com/office/drawing/2014/main" id="{8DF6E503-CA98-4328-BC9F-E101FBA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0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p-9-1">
            <a:extLst xmlns:a="http://schemas.openxmlformats.org/drawingml/2006/main">
              <a:ext uri="{FF2B5EF4-FFF2-40B4-BE49-F238E27FC236}">
                <a16:creationId xmlns:a16="http://schemas.microsoft.com/office/drawing/2014/main" id="{9834D940-ACAE-44C5-8B53-3C19B03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p-9-2">
            <a:extLst xmlns:a="http://schemas.openxmlformats.org/drawingml/2006/main">
              <a:ext uri="{FF2B5EF4-FFF2-40B4-BE49-F238E27FC236}">
                <a16:creationId xmlns:a16="http://schemas.microsoft.com/office/drawing/2014/main" id="{5598ACCD-C6E0-49A0-95B1-40AC132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ard-10">
            <a:extLst xmlns:a="http://schemas.openxmlformats.org/drawingml/2006/main">
              <a:ext uri="{FF2B5EF4-FFF2-40B4-BE49-F238E27FC236}">
                <a16:creationId xmlns:a16="http://schemas.microsoft.com/office/drawing/2014/main" id="{FD471DF3-8016-44AC-9EC7-38B4D1B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65" name="card-label-10">
            <a:extLst xmlns:a="http://schemas.openxmlformats.org/drawingml/2006/main">
              <a:ext uri="{FF2B5EF4-FFF2-40B4-BE49-F238E27FC236}">
                <a16:creationId xmlns:a16="http://schemas.microsoft.com/office/drawing/2014/main" id="{BD7A990C-513C-4603-9FDB-FB68147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D10</a:t>
            </a:r>
          </a:p>
        </p:txBody>
      </p:sp>
      <p:sp>
        <p:nvSpPr>
          <p:cNvPr id="66" name="rep-10-0">
            <a:extLst xmlns:a="http://schemas.openxmlformats.org/drawingml/2006/main">
              <a:ext uri="{FF2B5EF4-FFF2-40B4-BE49-F238E27FC236}">
                <a16:creationId xmlns:a16="http://schemas.microsoft.com/office/drawing/2014/main" id="{BF6DDA26-326A-48E4-874C-097FD9D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p-10-1">
            <a:extLst xmlns:a="http://schemas.openxmlformats.org/drawingml/2006/main">
              <a:ext uri="{FF2B5EF4-FFF2-40B4-BE49-F238E27FC236}">
                <a16:creationId xmlns:a16="http://schemas.microsoft.com/office/drawing/2014/main" id="{65989D85-28F5-4525-B9DF-CCCE3AC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p-10-2">
            <a:extLst xmlns:a="http://schemas.openxmlformats.org/drawingml/2006/main">
              <a:ext uri="{FF2B5EF4-FFF2-40B4-BE49-F238E27FC236}">
                <a16:creationId xmlns:a16="http://schemas.microsoft.com/office/drawing/2014/main" id="{56B321B0-43C7-41F9-AF6A-05EA740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ard-11">
            <a:extLst xmlns:a="http://schemas.openxmlformats.org/drawingml/2006/main">
              <a:ext uri="{FF2B5EF4-FFF2-40B4-BE49-F238E27FC236}">
                <a16:creationId xmlns:a16="http://schemas.microsoft.com/office/drawing/2014/main" id="{02DC49F3-5CFB-4F28-8D96-8956908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70485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70" name="card-label-11">
            <a:extLst xmlns:a="http://schemas.openxmlformats.org/drawingml/2006/main">
              <a:ext uri="{FF2B5EF4-FFF2-40B4-BE49-F238E27FC236}">
                <a16:creationId xmlns:a16="http://schemas.microsoft.com/office/drawing/2014/main" id="{994B3CDE-9043-4EF3-9519-D1028E8C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669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D11</a:t>
            </a:r>
          </a:p>
        </p:txBody>
      </p:sp>
      <p:sp>
        <p:nvSpPr>
          <p:cNvPr id="71" name="rep-11-0">
            <a:extLst xmlns:a="http://schemas.openxmlformats.org/drawingml/2006/main">
              <a:ext uri="{FF2B5EF4-FFF2-40B4-BE49-F238E27FC236}">
                <a16:creationId xmlns:a16="http://schemas.microsoft.com/office/drawing/2014/main" id="{07ACEF06-08D8-4653-B825-CDDAA6C1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rep-11-1">
            <a:extLst xmlns:a="http://schemas.openxmlformats.org/drawingml/2006/main">
              <a:ext uri="{FF2B5EF4-FFF2-40B4-BE49-F238E27FC236}">
                <a16:creationId xmlns:a16="http://schemas.microsoft.com/office/drawing/2014/main" id="{E17456AA-2401-4E56-A5F8-E00B979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rep-11-2">
            <a:extLst xmlns:a="http://schemas.openxmlformats.org/drawingml/2006/main">
              <a:ext uri="{FF2B5EF4-FFF2-40B4-BE49-F238E27FC236}">
                <a16:creationId xmlns:a16="http://schemas.microsoft.com/office/drawing/2014/main" id="{5ED94DB8-3A44-4319-8409-FC17B744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29289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legend-rep-dot">
            <a:extLst xmlns:a="http://schemas.openxmlformats.org/drawingml/2006/main">
              <a:ext uri="{FF2B5EF4-FFF2-40B4-BE49-F238E27FC236}">
                <a16:creationId xmlns:a16="http://schemas.microsoft.com/office/drawing/2014/main" id="{3D9D50DF-0CED-463D-B23F-0A61A3D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32432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legend-rep">
            <a:extLst xmlns:a="http://schemas.openxmlformats.org/drawingml/2006/main">
              <a:ext uri="{FF2B5EF4-FFF2-40B4-BE49-F238E27FC236}">
                <a16:creationId xmlns:a16="http://schemas.microsoft.com/office/drawing/2014/main" id="{A6EB222F-26E6-406D-9094-D43595D4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19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punto = una réplica / lote experimental</a:t>
            </a:r>
          </a:p>
        </p:txBody>
      </p:sp>
      <p:sp>
        <p:nvSpPr>
          <p:cNvPr id="76" name="counters-rule-top">
            <a:extLst xmlns:a="http://schemas.openxmlformats.org/drawingml/2006/main">
              <a:ext uri="{FF2B5EF4-FFF2-40B4-BE49-F238E27FC236}">
                <a16:creationId xmlns:a16="http://schemas.microsoft.com/office/drawing/2014/main" id="{6BB2DCB8-6DB4-4BEC-A4AC-01E811F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7" name="counter-n-0">
            <a:extLst xmlns:a="http://schemas.openxmlformats.org/drawingml/2006/main">
              <a:ext uri="{FF2B5EF4-FFF2-40B4-BE49-F238E27FC236}">
                <a16:creationId xmlns:a16="http://schemas.microsoft.com/office/drawing/2014/main" id="{4F722062-004C-4AA7-96D5-F0C1A40C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4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11</a:t>
            </a:r>
          </a:p>
        </p:txBody>
      </p:sp>
      <p:sp>
        <p:nvSpPr>
          <p:cNvPr id="78" name="counter-label-0">
            <a:extLst xmlns:a="http://schemas.openxmlformats.org/drawingml/2006/main">
              <a:ext uri="{FF2B5EF4-FFF2-40B4-BE49-F238E27FC236}">
                <a16:creationId xmlns:a16="http://schemas.microsoft.com/office/drawing/2014/main" id="{408A7D9A-391E-4665-8DF1-16D378F9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05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dietas experimentales</a:t>
            </a:r>
          </a:p>
        </p:txBody>
      </p:sp>
      <p:sp>
        <p:nvSpPr>
          <p:cNvPr id="79" name="counter-n-1">
            <a:extLst xmlns:a="http://schemas.openxmlformats.org/drawingml/2006/main">
              <a:ext uri="{FF2B5EF4-FFF2-40B4-BE49-F238E27FC236}">
                <a16:creationId xmlns:a16="http://schemas.microsoft.com/office/drawing/2014/main" id="{31AD0F01-D003-47B2-AD68-CB8E07F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48387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4050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3</a:t>
            </a:r>
          </a:p>
        </p:txBody>
      </p:sp>
      <p:sp>
        <p:nvSpPr>
          <p:cNvPr id="80" name="counter-label-1">
            <a:extLst xmlns:a="http://schemas.openxmlformats.org/drawingml/2006/main">
              <a:ext uri="{FF2B5EF4-FFF2-40B4-BE49-F238E27FC236}">
                <a16:creationId xmlns:a16="http://schemas.microsoft.com/office/drawing/2014/main" id="{4EE750FB-10D7-4B0C-A828-FCAA6A23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00" y="5505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réplicas por dieta</a:t>
            </a:r>
          </a:p>
        </p:txBody>
      </p:sp>
      <p:sp>
        <p:nvSpPr>
          <p:cNvPr id="81" name="counter-sep-1">
            <a:extLst xmlns:a="http://schemas.openxmlformats.org/drawingml/2006/main">
              <a:ext uri="{FF2B5EF4-FFF2-40B4-BE49-F238E27FC236}">
                <a16:creationId xmlns:a16="http://schemas.microsoft.com/office/drawing/2014/main" id="{CF85962B-AF53-444C-8256-5378CB2E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5775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82" name="counter-n-2">
            <a:extLst xmlns:a="http://schemas.openxmlformats.org/drawingml/2006/main">
              <a:ext uri="{FF2B5EF4-FFF2-40B4-BE49-F238E27FC236}">
                <a16:creationId xmlns:a16="http://schemas.microsoft.com/office/drawing/2014/main" id="{D242717F-7F18-4EA5-930E-3B344A93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83870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4050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33</a:t>
            </a:r>
          </a:p>
        </p:txBody>
      </p:sp>
      <p:sp>
        <p:nvSpPr>
          <p:cNvPr id="83" name="counter-label-2">
            <a:extLst xmlns:a="http://schemas.openxmlformats.org/drawingml/2006/main">
              <a:ext uri="{FF2B5EF4-FFF2-40B4-BE49-F238E27FC236}">
                <a16:creationId xmlns:a16="http://schemas.microsoft.com/office/drawing/2014/main" id="{4A8FE9E5-B448-462B-922E-998196F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5505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observaciones (filas)</a:t>
            </a:r>
          </a:p>
        </p:txBody>
      </p:sp>
      <p:sp>
        <p:nvSpPr>
          <p:cNvPr id="84" name="counter-sep-2">
            <a:extLst xmlns:a="http://schemas.openxmlformats.org/drawingml/2006/main">
              <a:ext uri="{FF2B5EF4-FFF2-40B4-BE49-F238E27FC236}">
                <a16:creationId xmlns:a16="http://schemas.microsoft.com/office/drawing/2014/main" id="{41E8BBCF-27AD-4135-A5F4-470BCAC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5775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85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889A5B1-C3CE-4CB0-A1CD-DB392DA8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86" name="unit-strong">
            <a:extLst xmlns:a="http://schemas.openxmlformats.org/drawingml/2006/main">
              <a:ext uri="{FF2B5EF4-FFF2-40B4-BE49-F238E27FC236}">
                <a16:creationId xmlns:a16="http://schemas.microsoft.com/office/drawing/2014/main" id="{6D5CB096-37F7-4588-B8A7-DFC87D0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Unidad de análisis:</a:t>
            </a:r>
          </a:p>
        </p:txBody>
      </p:sp>
      <p:sp>
        <p:nvSpPr>
          <p:cNvPr id="87" name="unit-text">
            <a:extLst xmlns:a="http://schemas.openxmlformats.org/drawingml/2006/main">
              <a:ext uri="{FF2B5EF4-FFF2-40B4-BE49-F238E27FC236}">
                <a16:creationId xmlns:a16="http://schemas.microsoft.com/office/drawing/2014/main" id="{FBA91769-DB4E-447A-8C60-FB47410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72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cada fila del dataset es una réplica / lote de una dieta, no una dieta promediada.</a:t>
            </a:r>
          </a:p>
        </p:txBody>
      </p:sp>
    </p:spTree>
    <p:extLst>
      <p:ext uri="{BB962C8B-B14F-4D97-AF65-F5344CB8AC3E}">
        <p14:creationId xmlns:p14="http://schemas.microsoft.com/office/powerpoint/2010/main" val="21506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2026-07-04T01:15:57.7520000Z</dcterms:created>
  <dcterms:modified xsi:type="dcterms:W3CDTF">2026-07-04T01:15:57.7520000Z</dcterms:modified>
</coreProperties>
</file>