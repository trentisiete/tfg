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be83e9e8d241fb" /><Relationship Type="http://schemas.openxmlformats.org/officeDocument/2006/relationships/extended-properties" Target="/docProps/app.xml" Id="Re79cd3974ef644e5" /><Relationship Type="http://schemas.openxmlformats.org/officeDocument/2006/relationships/officeDocument" Target="/ppt/presentation.xml" Id="R6650ed893b53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fa2537cc34219"/>
  </p:sldMasterIdLst>
  <p:notesMasterIdLst>
    <p:notesMasterId xmlns:r="http://schemas.openxmlformats.org/officeDocument/2006/relationships" r:id="Rba7a5b3167e54ef6"/>
  </p:notesMasterIdLst>
  <p:sldIdLst>
    <p:sldId xmlns:r="http://schemas.openxmlformats.org/officeDocument/2006/relationships" id="256" r:id="R4877f243224342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0f6335d174687" /><Relationship Type="http://schemas.openxmlformats.org/officeDocument/2006/relationships/slideMaster" Target="/ppt/slideMasters/slideMaster1.xml" Id="Rcd7fa2537cc34219" /><Relationship Type="http://schemas.openxmlformats.org/officeDocument/2006/relationships/notesMaster" Target="/ppt/notesMasters/notesMaster1.xml" Id="Rba7a5b3167e54ef6" /><Relationship Type="http://schemas.openxmlformats.org/officeDocument/2006/relationships/presProps" Target="/ppt/presProps.xml" Id="R635a012b8a05482a" /><Relationship Type="http://schemas.openxmlformats.org/officeDocument/2006/relationships/tableStyles" Target="/ppt/tableStyles.xml" Id="Rae887904574a4d4e" /><Relationship Type="http://schemas.openxmlformats.org/officeDocument/2006/relationships/slide" Target="/ppt/slides/slide1.xml" Id="R4877f243224342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6b3955bb2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86a4dc8394096" /><Relationship Type="http://schemas.openxmlformats.org/officeDocument/2006/relationships/notesMaster" Target="/ppt/notesMasters/notesMaster1.xml" Id="Rda925a857ce845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e34429dc5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8e50a7b1d6463f" /><Relationship Type="http://schemas.openxmlformats.org/officeDocument/2006/relationships/slideLayout" Target="/ppt/slideLayouts/slideLayout1.xml" Id="Rf9fb5592f61e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b5592f61e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7401beb764bf2" /><Relationship Type="http://schemas.openxmlformats.org/officeDocument/2006/relationships/notesSlide" Target="/ppt/notesSlides/notesSlide1.xml" Id="Ra090ff11ff4547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79B51B2-434F-49C7-B81D-57DAE1D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VALIDACIÓN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C1AEC8-6B71-481A-9B58-8FBFA36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Validación interna: cómo se elige la configuración θ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E91C263E-B3EB-48F1-984D-CA390CC2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Dentro de cada fold externo, θ se selecciona con un LODO interno sobre las 10 dietas de entrenamiento; Dk no interviene.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35EF317-1110-40F5-9EB1-806C529E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21</a:t>
            </a:r>
          </a:p>
        </p:txBody>
      </p:sp>
      <p:sp>
        <p:nvSpPr>
          <p:cNvPr id="5" name="dk-card">
            <a:extLst xmlns:a="http://schemas.openxmlformats.org/drawingml/2006/main">
              <a:ext uri="{FF2B5EF4-FFF2-40B4-BE49-F238E27FC236}">
                <a16:creationId xmlns:a16="http://schemas.microsoft.com/office/drawing/2014/main" id="{96EF29EE-6D3C-4DD1-88F4-50403909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9431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5E9D6"/>
          </a:solidFill>
          <a:ln xmlns:a="http://schemas.openxmlformats.org/drawingml/2006/main" w="17145">
            <a:solidFill>
              <a:srgbClr val="C9822B"/>
            </a:solidFill>
            <a:prstDash val="solid"/>
          </a:ln>
        </p:spPr>
      </p:sp>
      <p:sp>
        <p:nvSpPr>
          <p:cNvPr id="6" name="dk-kicker">
            <a:extLst xmlns:a="http://schemas.openxmlformats.org/drawingml/2006/main">
              <a:ext uri="{FF2B5EF4-FFF2-40B4-BE49-F238E27FC236}">
                <a16:creationId xmlns:a16="http://schemas.microsoft.com/office/drawing/2014/main" id="{E8CC1469-D0F8-452C-B639-D36C904F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88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TEST EXTERNO</a:t>
            </a:r>
          </a:p>
        </p:txBody>
      </p:sp>
      <p:sp>
        <p:nvSpPr>
          <p:cNvPr id="7" name="dk-name">
            <a:extLst xmlns:a="http://schemas.openxmlformats.org/drawingml/2006/main">
              <a:ext uri="{FF2B5EF4-FFF2-40B4-BE49-F238E27FC236}">
                <a16:creationId xmlns:a16="http://schemas.microsoft.com/office/drawing/2014/main" id="{DECBA4CD-D5F1-44A2-B111-6711D5F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907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240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Dk</a:t>
            </a:r>
          </a:p>
        </p:txBody>
      </p:sp>
      <p:sp>
        <p:nvSpPr>
          <p:cNvPr id="8" name="dk-lock">
            <a:extLst xmlns:a="http://schemas.openxmlformats.org/drawingml/2006/main">
              <a:ext uri="{FF2B5EF4-FFF2-40B4-BE49-F238E27FC236}">
                <a16:creationId xmlns:a16="http://schemas.microsoft.com/office/drawing/2014/main" id="{2DD44092-B7CD-49C0-9AF5-C4E74BE1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reservada · no se toca</a:t>
            </a:r>
          </a:p>
        </p:txBody>
      </p:sp>
      <p:sp>
        <p:nvSpPr>
          <p:cNvPr id="9" name="vi-box">
            <a:extLst xmlns:a="http://schemas.openxmlformats.org/drawingml/2006/main">
              <a:ext uri="{FF2B5EF4-FFF2-40B4-BE49-F238E27FC236}">
                <a16:creationId xmlns:a16="http://schemas.microsoft.com/office/drawing/2014/main" id="{26CEE95F-3D3D-4D63-A89F-33C2303B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91550" cy="2590800"/>
          </a:xfrm>
          <a:prstGeom xmlns:a="http://schemas.openxmlformats.org/drawingml/2006/main" prst="roundRect">
            <a:avLst>
              <a:gd name="adj" fmla="val 4412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10" name="vi-title">
            <a:extLst xmlns:a="http://schemas.openxmlformats.org/drawingml/2006/main">
              <a:ext uri="{FF2B5EF4-FFF2-40B4-BE49-F238E27FC236}">
                <a16:creationId xmlns:a16="http://schemas.microsoft.com/office/drawing/2014/main" id="{D3093253-2B58-4413-9342-8CD89C7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813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BUCLE INTERNO — con las 10 dietas de train externo</a:t>
            </a:r>
          </a:p>
        </p:txBody>
      </p:sp>
      <p:sp>
        <p:nvSpPr>
          <p:cNvPr id="11" name="vi-forloop">
            <a:extLst xmlns:a="http://schemas.openxmlformats.org/drawingml/2006/main">
              <a:ext uri="{FF2B5EF4-FFF2-40B4-BE49-F238E27FC236}">
                <a16:creationId xmlns:a16="http://schemas.microsoft.com/office/drawing/2014/main" id="{EDF74650-33E9-4BED-9251-C76FDA9E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813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Para cada configuración θ  →  un LODO interno completo</a:t>
            </a:r>
          </a:p>
        </p:txBody>
      </p:sp>
      <p:sp>
        <p:nvSpPr>
          <p:cNvPr id="12" name="vi-chip-0">
            <a:extLst xmlns:a="http://schemas.openxmlformats.org/drawingml/2006/main">
              <a:ext uri="{FF2B5EF4-FFF2-40B4-BE49-F238E27FC236}">
                <a16:creationId xmlns:a16="http://schemas.microsoft.com/office/drawing/2014/main" id="{4F511704-F940-4FEA-A504-B09C6CD5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-chip-1">
            <a:extLst xmlns:a="http://schemas.openxmlformats.org/drawingml/2006/main">
              <a:ext uri="{FF2B5EF4-FFF2-40B4-BE49-F238E27FC236}">
                <a16:creationId xmlns:a16="http://schemas.microsoft.com/office/drawing/2014/main" id="{3CCB546E-B63E-4431-8DA8-79AD7AFA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i-chip-2">
            <a:extLst xmlns:a="http://schemas.openxmlformats.org/drawingml/2006/main">
              <a:ext uri="{FF2B5EF4-FFF2-40B4-BE49-F238E27FC236}">
                <a16:creationId xmlns:a16="http://schemas.microsoft.com/office/drawing/2014/main" id="{2832F5DA-1784-43CC-8BB3-12C10724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i-chip-3">
            <a:extLst xmlns:a="http://schemas.openxmlformats.org/drawingml/2006/main">
              <a:ext uri="{FF2B5EF4-FFF2-40B4-BE49-F238E27FC236}">
                <a16:creationId xmlns:a16="http://schemas.microsoft.com/office/drawing/2014/main" id="{B78CDE99-716E-4422-AD81-7DC3FCBE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i-chip-4">
            <a:extLst xmlns:a="http://schemas.openxmlformats.org/drawingml/2006/main">
              <a:ext uri="{FF2B5EF4-FFF2-40B4-BE49-F238E27FC236}">
                <a16:creationId xmlns:a16="http://schemas.microsoft.com/office/drawing/2014/main" id="{853A82AF-203D-495B-A4DA-54A9A456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6700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i-chip-5">
            <a:extLst xmlns:a="http://schemas.openxmlformats.org/drawingml/2006/main">
              <a:ext uri="{FF2B5EF4-FFF2-40B4-BE49-F238E27FC236}">
                <a16:creationId xmlns:a16="http://schemas.microsoft.com/office/drawing/2014/main" id="{2ACA16C6-AD6D-48D7-815C-0C71E382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i-chip-6">
            <a:extLst xmlns:a="http://schemas.openxmlformats.org/drawingml/2006/main">
              <a:ext uri="{FF2B5EF4-FFF2-40B4-BE49-F238E27FC236}">
                <a16:creationId xmlns:a16="http://schemas.microsoft.com/office/drawing/2014/main" id="{B0C3DAA4-74D0-45F2-BD64-35B6AE3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vi-chip-7">
            <a:extLst xmlns:a="http://schemas.openxmlformats.org/drawingml/2006/main">
              <a:ext uri="{FF2B5EF4-FFF2-40B4-BE49-F238E27FC236}">
                <a16:creationId xmlns:a16="http://schemas.microsoft.com/office/drawing/2014/main" id="{BCDA9036-9C03-4170-AF45-1EB8B0E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1430">
            <a:solidFill>
              <a:srgbClr val="C9822B"/>
            </a:solidFill>
            <a:prstDash val="solid"/>
          </a:ln>
        </p:spPr>
      </p:sp>
      <p:sp>
        <p:nvSpPr>
          <p:cNvPr id="20" name="vi-chip-8">
            <a:extLst xmlns:a="http://schemas.openxmlformats.org/drawingml/2006/main">
              <a:ext uri="{FF2B5EF4-FFF2-40B4-BE49-F238E27FC236}">
                <a16:creationId xmlns:a16="http://schemas.microsoft.com/office/drawing/2014/main" id="{C77371E9-45A8-42E6-917B-3149AF47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i-chip-9">
            <a:extLst xmlns:a="http://schemas.openxmlformats.org/drawingml/2006/main">
              <a:ext uri="{FF2B5EF4-FFF2-40B4-BE49-F238E27FC236}">
                <a16:creationId xmlns:a16="http://schemas.microsoft.com/office/drawing/2014/main" id="{627CED2E-4F41-44CA-A186-6715605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527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i-lodo-cap">
            <a:extLst xmlns:a="http://schemas.openxmlformats.org/drawingml/2006/main">
              <a:ext uri="{FF2B5EF4-FFF2-40B4-BE49-F238E27FC236}">
                <a16:creationId xmlns:a16="http://schemas.microsoft.com/office/drawing/2014/main" id="{3E445A23-E2CC-48A1-9E2E-C7E7831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chip claro es la dieta interna que queda fuera; rota por las 10 y se promedia el MAE de los folds internos</a:t>
            </a:r>
          </a:p>
        </p:txBody>
      </p:sp>
      <p:sp>
        <p:nvSpPr>
          <p:cNvPr id="23" name="vi-sep">
            <a:extLst xmlns:a="http://schemas.openxmlformats.org/drawingml/2006/main">
              <a:ext uri="{FF2B5EF4-FFF2-40B4-BE49-F238E27FC236}">
                <a16:creationId xmlns:a16="http://schemas.microsoft.com/office/drawing/2014/main" id="{A8315787-7E07-403F-AAD1-F6A6F38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24" name="vi-mae-h">
            <a:extLst xmlns:a="http://schemas.openxmlformats.org/drawingml/2006/main">
              <a:ext uri="{FF2B5EF4-FFF2-40B4-BE49-F238E27FC236}">
                <a16:creationId xmlns:a16="http://schemas.microsoft.com/office/drawing/2014/main" id="{B89CFDFC-BE86-43DE-A55D-74484058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MAE medio interno por configuración</a:t>
            </a:r>
          </a:p>
        </p:txBody>
      </p:sp>
      <p:sp>
        <p:nvSpPr>
          <p:cNvPr id="25" name="vi-th-0">
            <a:extLst xmlns:a="http://schemas.openxmlformats.org/drawingml/2006/main">
              <a:ext uri="{FF2B5EF4-FFF2-40B4-BE49-F238E27FC236}">
                <a16:creationId xmlns:a16="http://schemas.microsoft.com/office/drawing/2014/main" id="{85783D96-F5BA-41A2-A82F-C5FEF70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670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θ₁</a:t>
            </a:r>
          </a:p>
        </p:txBody>
      </p:sp>
      <p:sp>
        <p:nvSpPr>
          <p:cNvPr id="26" name="vi-bar-0">
            <a:extLst xmlns:a="http://schemas.openxmlformats.org/drawingml/2006/main">
              <a:ext uri="{FF2B5EF4-FFF2-40B4-BE49-F238E27FC236}">
                <a16:creationId xmlns:a16="http://schemas.microsoft.com/office/drawing/2014/main" id="{99605088-52C5-49D0-91A9-B903884B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20383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vi-th-1">
            <a:extLst xmlns:a="http://schemas.openxmlformats.org/drawingml/2006/main">
              <a:ext uri="{FF2B5EF4-FFF2-40B4-BE49-F238E27FC236}">
                <a16:creationId xmlns:a16="http://schemas.microsoft.com/office/drawing/2014/main" id="{9DDFBE74-A6B5-4554-88A7-760BA4F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80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θ₂</a:t>
            </a:r>
          </a:p>
        </p:txBody>
      </p:sp>
      <p:sp>
        <p:nvSpPr>
          <p:cNvPr id="28" name="vi-bar-1">
            <a:extLst xmlns:a="http://schemas.openxmlformats.org/drawingml/2006/main">
              <a:ext uri="{FF2B5EF4-FFF2-40B4-BE49-F238E27FC236}">
                <a16:creationId xmlns:a16="http://schemas.microsoft.com/office/drawing/2014/main" id="{3CA9C012-FBA0-4C4F-BED9-6A958C19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1600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vi-th-2">
            <a:extLst xmlns:a="http://schemas.openxmlformats.org/drawingml/2006/main">
              <a:ext uri="{FF2B5EF4-FFF2-40B4-BE49-F238E27FC236}">
                <a16:creationId xmlns:a16="http://schemas.microsoft.com/office/drawing/2014/main" id="{6127820D-B1CA-48B5-B519-46813742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290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θ*</a:t>
            </a:r>
          </a:p>
        </p:txBody>
      </p:sp>
      <p:sp>
        <p:nvSpPr>
          <p:cNvPr id="30" name="vi-bar-2">
            <a:extLst xmlns:a="http://schemas.openxmlformats.org/drawingml/2006/main">
              <a:ext uri="{FF2B5EF4-FFF2-40B4-BE49-F238E27FC236}">
                <a16:creationId xmlns:a16="http://schemas.microsoft.com/office/drawing/2014/main" id="{AED8DA7E-B12C-4309-B5B5-F2E4B071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11430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vi-tag-2">
            <a:extLst xmlns:a="http://schemas.openxmlformats.org/drawingml/2006/main">
              <a:ext uri="{FF2B5EF4-FFF2-40B4-BE49-F238E27FC236}">
                <a16:creationId xmlns:a16="http://schemas.microsoft.com/office/drawing/2014/main" id="{0745E05E-3D8C-4B61-AB08-8BA3052E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menor MAE → elegida</a:t>
            </a:r>
          </a:p>
        </p:txBody>
      </p:sp>
      <p:sp>
        <p:nvSpPr>
          <p:cNvPr id="32" name="vi-argmin">
            <a:extLst xmlns:a="http://schemas.openxmlformats.org/drawingml/2006/main">
              <a:ext uri="{FF2B5EF4-FFF2-40B4-BE49-F238E27FC236}">
                <a16:creationId xmlns:a16="http://schemas.microsoft.com/office/drawing/2014/main" id="{0C6BE43B-E399-42AF-832D-D2849572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7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θ* = configuración con el menor MAE medio interno</a:t>
            </a:r>
          </a:p>
        </p:txBody>
      </p:sp>
      <p:sp>
        <p:nvSpPr>
          <p:cNvPr id="33" name="final-strip">
            <a:extLst xmlns:a="http://schemas.openxmlformats.org/drawingml/2006/main">
              <a:ext uri="{FF2B5EF4-FFF2-40B4-BE49-F238E27FC236}">
                <a16:creationId xmlns:a16="http://schemas.microsoft.com/office/drawing/2014/main" id="{7EE453E7-9B9F-41ED-967A-E867D5E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34" name="final-1">
            <a:extLst xmlns:a="http://schemas.openxmlformats.org/drawingml/2006/main">
              <a:ext uri="{FF2B5EF4-FFF2-40B4-BE49-F238E27FC236}">
                <a16:creationId xmlns:a16="http://schemas.microsoft.com/office/drawing/2014/main" id="{6223F054-B6A4-4991-AED8-DED4755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Con θ* elegida:</a:t>
            </a:r>
          </a:p>
        </p:txBody>
      </p:sp>
      <p:sp>
        <p:nvSpPr>
          <p:cNvPr id="35" name="final-2">
            <a:extLst xmlns:a="http://schemas.openxmlformats.org/drawingml/2006/main">
              <a:ext uri="{FF2B5EF4-FFF2-40B4-BE49-F238E27FC236}">
                <a16:creationId xmlns:a16="http://schemas.microsoft.com/office/drawing/2014/main" id="{662C2D87-C082-4115-BD95-B0E5ECE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339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reentrenar con las 10 dietas</a:t>
            </a:r>
          </a:p>
        </p:txBody>
      </p:sp>
      <p:sp>
        <p:nvSpPr>
          <p:cNvPr id="36" name="final-a1">
            <a:extLst xmlns:a="http://schemas.openxmlformats.org/drawingml/2006/main">
              <a:ext uri="{FF2B5EF4-FFF2-40B4-BE49-F238E27FC236}">
                <a16:creationId xmlns:a16="http://schemas.microsoft.com/office/drawing/2014/main" id="{8D7F057E-D750-417A-873B-A5513D0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500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37" name="final-3">
            <a:extLst xmlns:a="http://schemas.openxmlformats.org/drawingml/2006/main">
              <a:ext uri="{FF2B5EF4-FFF2-40B4-BE49-F238E27FC236}">
                <a16:creationId xmlns:a16="http://schemas.microsoft.com/office/drawing/2014/main" id="{14A953F6-1844-472C-A7D0-DAD0103C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339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88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evaluar UNA sola vez sobre Dk</a:t>
            </a:r>
          </a:p>
        </p:txBody>
      </p:sp>
      <p:sp>
        <p:nvSpPr>
          <p:cNvPr id="38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0103EF0-BE10-44FB-8F71-DCD4F78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39" name="closing-a">
            <a:extLst xmlns:a="http://schemas.openxmlformats.org/drawingml/2006/main">
              <a:ext uri="{FF2B5EF4-FFF2-40B4-BE49-F238E27FC236}">
                <a16:creationId xmlns:a16="http://schemas.microsoft.com/office/drawing/2014/main" id="{76A25F3D-61D2-4F0C-88D8-8BE6C71D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test externo</a:t>
            </a:r>
          </a:p>
        </p:txBody>
      </p:sp>
      <p:sp>
        <p:nvSpPr>
          <p:cNvPr id="40" name="closing-b">
            <a:extLst xmlns:a="http://schemas.openxmlformats.org/drawingml/2006/main">
              <a:ext uri="{FF2B5EF4-FFF2-40B4-BE49-F238E27FC236}">
                <a16:creationId xmlns:a16="http://schemas.microsoft.com/office/drawing/2014/main" id="{8B6653A1-F3C7-49BD-B329-13B349F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019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no se usa ni para entrenar ni para elegir θ: solo interviene al final.</a:t>
            </a:r>
          </a:p>
        </p:txBody>
      </p:sp>
    </p:spTree>
    <p:extLst>
      <p:ext uri="{BB962C8B-B14F-4D97-AF65-F5344CB8AC3E}">
        <p14:creationId xmlns:p14="http://schemas.microsoft.com/office/powerpoint/2010/main" val="1607757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2026-07-05T22:56:34.1640000Z</dcterms:created>
  <dcterms:modified xsi:type="dcterms:W3CDTF">2026-07-05T22:56:34.1640000Z</dcterms:modified>
</coreProperties>
</file>