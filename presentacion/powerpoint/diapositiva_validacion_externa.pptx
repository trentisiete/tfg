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b5e7c208c74a8f" /><Relationship Type="http://schemas.openxmlformats.org/officeDocument/2006/relationships/extended-properties" Target="/docProps/app.xml" Id="Rf2281eca2fc846ef" /><Relationship Type="http://schemas.openxmlformats.org/officeDocument/2006/relationships/officeDocument" Target="/ppt/presentation.xml" Id="R12766fa4058a44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aeb660f33f4067"/>
  </p:sldMasterIdLst>
  <p:notesMasterIdLst>
    <p:notesMasterId xmlns:r="http://schemas.openxmlformats.org/officeDocument/2006/relationships" r:id="Rddf0f741d296412c"/>
  </p:notesMasterIdLst>
  <p:sldIdLst>
    <p:sldId xmlns:r="http://schemas.openxmlformats.org/officeDocument/2006/relationships" id="256" r:id="Ra59db9a9c1a043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cc3ef3fa3742b2" /><Relationship Type="http://schemas.openxmlformats.org/officeDocument/2006/relationships/slideMaster" Target="/ppt/slideMasters/slideMaster1.xml" Id="Rfaaeb660f33f4067" /><Relationship Type="http://schemas.openxmlformats.org/officeDocument/2006/relationships/notesMaster" Target="/ppt/notesMasters/notesMaster1.xml" Id="Rddf0f741d296412c" /><Relationship Type="http://schemas.openxmlformats.org/officeDocument/2006/relationships/presProps" Target="/ppt/presProps.xml" Id="Rde4e816772894658" /><Relationship Type="http://schemas.openxmlformats.org/officeDocument/2006/relationships/tableStyles" Target="/ppt/tableStyles.xml" Id="R9a8dac8ca3d04635" /><Relationship Type="http://schemas.openxmlformats.org/officeDocument/2006/relationships/slide" Target="/ppt/slides/slide1.xml" Id="Ra59db9a9c1a043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42b492955645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c8c497d02d45bf" /><Relationship Type="http://schemas.openxmlformats.org/officeDocument/2006/relationships/notesMaster" Target="/ppt/notesMasters/notesMaster1.xml" Id="R7d9472b491dc45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e0e3fca52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470a1ca5c04354" /><Relationship Type="http://schemas.openxmlformats.org/officeDocument/2006/relationships/slideLayout" Target="/ppt/slideLayouts/slideLayout1.xml" Id="R3f5d0f1a24d74e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5d0f1a24d74e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41c71290a4e35" /><Relationship Type="http://schemas.openxmlformats.org/officeDocument/2006/relationships/notesSlide" Target="/ppt/notesSlides/notesSlide1.xml" Id="R4003c881bd114b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96A550D0-1290-4988-B254-6E155FEC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CASO REAL · VALIDACIÓN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B9EABB-1170-4E4A-A839-9CB0DC40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0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0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Validación externa: Leave-One-Diet-Out</a:t>
            </a:r>
          </a:p>
        </p:txBody>
      </p:sp>
      <p:sp>
        <p:nvSpPr>
          <p:cNvPr id="3" name="message">
            <a:extLst xmlns:a="http://schemas.openxmlformats.org/drawingml/2006/main">
              <a:ext uri="{FF2B5EF4-FFF2-40B4-BE49-F238E27FC236}">
                <a16:creationId xmlns:a16="http://schemas.microsoft.com/office/drawing/2014/main" id="{B3A74929-A7F0-4476-88DB-8BDCE8BF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Cada fold externo deja fuera una dieta completa: ninguna de sus réplicas entra en entrenamiento.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FC1022E-3A79-4EE1-A514-A45DFCCF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20</a:t>
            </a:r>
          </a:p>
        </p:txBody>
      </p:sp>
      <p:sp>
        <p:nvSpPr>
          <p:cNvPr id="5" name="mid-sep">
            <a:extLst xmlns:a="http://schemas.openxmlformats.org/drawingml/2006/main">
              <a:ext uri="{FF2B5EF4-FFF2-40B4-BE49-F238E27FC236}">
                <a16:creationId xmlns:a16="http://schemas.microsoft.com/office/drawing/2014/main" id="{66ED6B7C-C672-4F97-8CE5-9FDE4576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6" name="left-bar">
            <a:extLst xmlns:a="http://schemas.openxmlformats.org/drawingml/2006/main">
              <a:ext uri="{FF2B5EF4-FFF2-40B4-BE49-F238E27FC236}">
                <a16:creationId xmlns:a16="http://schemas.microsoft.com/office/drawing/2014/main" id="{1E841EBA-3C17-4A7E-8DB4-7A676982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85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eft-kicker">
            <a:extLst xmlns:a="http://schemas.openxmlformats.org/drawingml/2006/main">
              <a:ext uri="{FF2B5EF4-FFF2-40B4-BE49-F238E27FC236}">
                <a16:creationId xmlns:a16="http://schemas.microsoft.com/office/drawing/2014/main" id="{B09C74E5-63D9-4533-8EC1-E7B8CD32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SPLIT ALEATORIO POR FILAS</a:t>
            </a:r>
          </a:p>
        </p:txBody>
      </p:sp>
      <p:sp>
        <p:nvSpPr>
          <p:cNvPr id="8" name="left-avoid">
            <a:extLst xmlns:a="http://schemas.openxmlformats.org/drawingml/2006/main">
              <a:ext uri="{FF2B5EF4-FFF2-40B4-BE49-F238E27FC236}">
                <a16:creationId xmlns:a16="http://schemas.microsoft.com/office/drawing/2014/main" id="{36C41A5A-3B8E-44A6-B27C-E515DF9C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B45353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B45353"/>
                </a:solidFill>
                <a:latin typeface="Google Sans"/>
                <a:ea typeface="Google Sans"/>
                <a:cs typeface="Google Sans"/>
              </a:rPr>
              <a:t>no recomendado</a:t>
            </a:r>
          </a:p>
        </p:txBody>
      </p:sp>
      <p:sp>
        <p:nvSpPr>
          <p:cNvPr id="9" name="brk-top">
            <a:extLst xmlns:a="http://schemas.openxmlformats.org/drawingml/2006/main">
              <a:ext uri="{FF2B5EF4-FFF2-40B4-BE49-F238E27FC236}">
                <a16:creationId xmlns:a16="http://schemas.microsoft.com/office/drawing/2014/main" id="{B6812C8A-06AA-4147-86D3-A5A9ED7C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45353"/>
            </a:solidFill>
            <a:prstDash val="solid"/>
          </a:ln>
        </p:spPr>
      </p:sp>
      <p:sp>
        <p:nvSpPr>
          <p:cNvPr id="10" name="brk-l">
            <a:extLst xmlns:a="http://schemas.openxmlformats.org/drawingml/2006/main">
              <a:ext uri="{FF2B5EF4-FFF2-40B4-BE49-F238E27FC236}">
                <a16:creationId xmlns:a16="http://schemas.microsoft.com/office/drawing/2014/main" id="{ECE12A9C-8B11-4C9E-84AB-7DF7F772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45353"/>
            </a:solidFill>
            <a:prstDash val="solid"/>
          </a:ln>
        </p:spPr>
      </p:sp>
      <p:sp>
        <p:nvSpPr>
          <p:cNvPr id="11" name="brk-r">
            <a:extLst xmlns:a="http://schemas.openxmlformats.org/drawingml/2006/main">
              <a:ext uri="{FF2B5EF4-FFF2-40B4-BE49-F238E27FC236}">
                <a16:creationId xmlns:a16="http://schemas.microsoft.com/office/drawing/2014/main" id="{D0A4A8D1-9269-4795-AB20-BE5CA351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45353"/>
            </a:solidFill>
            <a:prstDash val="solid"/>
          </a:ln>
        </p:spPr>
      </p:sp>
      <p:sp>
        <p:nvSpPr>
          <p:cNvPr id="12" name="brk-label">
            <a:extLst xmlns:a="http://schemas.openxmlformats.org/drawingml/2006/main">
              <a:ext uri="{FF2B5EF4-FFF2-40B4-BE49-F238E27FC236}">
                <a16:creationId xmlns:a16="http://schemas.microsoft.com/office/drawing/2014/main" id="{91BCF1B7-E24D-44F7-BBBB-49E45037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B45353"/>
                </a:solidFill>
                <a:latin typeface="Google Sans"/>
                <a:ea typeface="Google Sans"/>
                <a:cs typeface="Google Sans"/>
              </a:defRPr>
            </a:pPr>
            <a:r>
              <a:rPr sz="900" b="1" i="0">
                <a:solidFill>
                  <a:srgbClr val="B45353"/>
                </a:solidFill>
                <a:latin typeface="Google Sans"/>
                <a:ea typeface="Google Sans"/>
                <a:cs typeface="Google Sans"/>
              </a:rPr>
              <a:t>misma dieta Dk repartida</a:t>
            </a:r>
          </a:p>
        </p:txBody>
      </p:sp>
      <p:sp>
        <p:nvSpPr>
          <p:cNvPr id="13" name="box-train">
            <a:extLst xmlns:a="http://schemas.openxmlformats.org/drawingml/2006/main">
              <a:ext uri="{FF2B5EF4-FFF2-40B4-BE49-F238E27FC236}">
                <a16:creationId xmlns:a16="http://schemas.microsoft.com/office/drawing/2014/main" id="{6AC5909D-9CA0-4537-BD96-E39AA12A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14" name="box-train-lbl">
            <a:extLst xmlns:a="http://schemas.openxmlformats.org/drawingml/2006/main">
              <a:ext uri="{FF2B5EF4-FFF2-40B4-BE49-F238E27FC236}">
                <a16:creationId xmlns:a16="http://schemas.microsoft.com/office/drawing/2014/main" id="{6DF56C3B-5EA6-44DE-9115-6CE9E268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863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TRAIN</a:t>
            </a:r>
          </a:p>
        </p:txBody>
      </p:sp>
      <p:sp>
        <p:nvSpPr>
          <p:cNvPr id="15" name="tr-1">
            <a:extLst xmlns:a="http://schemas.openxmlformats.org/drawingml/2006/main">
              <a:ext uri="{FF2B5EF4-FFF2-40B4-BE49-F238E27FC236}">
                <a16:creationId xmlns:a16="http://schemas.microsoft.com/office/drawing/2014/main" id="{16573A8C-8539-4D09-BCB9-ACC6BBD2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43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-2">
            <a:extLst xmlns:a="http://schemas.openxmlformats.org/drawingml/2006/main">
              <a:ext uri="{FF2B5EF4-FFF2-40B4-BE49-F238E27FC236}">
                <a16:creationId xmlns:a16="http://schemas.microsoft.com/office/drawing/2014/main" id="{F899AA95-22D2-42AE-944A-E1334A43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43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-train-sub">
            <a:extLst xmlns:a="http://schemas.openxmlformats.org/drawingml/2006/main">
              <a:ext uri="{FF2B5EF4-FFF2-40B4-BE49-F238E27FC236}">
                <a16:creationId xmlns:a16="http://schemas.microsoft.com/office/drawing/2014/main" id="{4FA3976F-7C69-4613-8A1B-ADE649D9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8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2 réplicas de Dk</a:t>
            </a:r>
          </a:p>
        </p:txBody>
      </p:sp>
      <p:sp>
        <p:nvSpPr>
          <p:cNvPr id="18" name="box-test">
            <a:extLst xmlns:a="http://schemas.openxmlformats.org/drawingml/2006/main">
              <a:ext uri="{FF2B5EF4-FFF2-40B4-BE49-F238E27FC236}">
                <a16:creationId xmlns:a16="http://schemas.microsoft.com/office/drawing/2014/main" id="{1B3BE398-6A9A-4AC9-8E50-6A3B958F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575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2383">
            <a:solidFill>
              <a:srgbClr val="C9822B"/>
            </a:solidFill>
            <a:prstDash val="solid"/>
          </a:ln>
        </p:spPr>
      </p:sp>
      <p:sp>
        <p:nvSpPr>
          <p:cNvPr id="19" name="box-test-lbl">
            <a:extLst xmlns:a="http://schemas.openxmlformats.org/drawingml/2006/main">
              <a:ext uri="{FF2B5EF4-FFF2-40B4-BE49-F238E27FC236}">
                <a16:creationId xmlns:a16="http://schemas.microsoft.com/office/drawing/2014/main" id="{48F16B1F-D3DF-4694-B852-4C914329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718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863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TEST</a:t>
            </a:r>
          </a:p>
        </p:txBody>
      </p:sp>
      <p:sp>
        <p:nvSpPr>
          <p:cNvPr id="20" name="te-1">
            <a:extLst xmlns:a="http://schemas.openxmlformats.org/drawingml/2006/main">
              <a:ext uri="{FF2B5EF4-FFF2-40B4-BE49-F238E27FC236}">
                <a16:creationId xmlns:a16="http://schemas.microsoft.com/office/drawing/2014/main" id="{F3CC3E50-D88A-4F4F-AA20-D37624AA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43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-test-sub">
            <a:extLst xmlns:a="http://schemas.openxmlformats.org/drawingml/2006/main">
              <a:ext uri="{FF2B5EF4-FFF2-40B4-BE49-F238E27FC236}">
                <a16:creationId xmlns:a16="http://schemas.microsoft.com/office/drawing/2014/main" id="{8C28011E-8100-4821-BFA7-F1B50D31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0525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8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1 réplica de Dk</a:t>
            </a:r>
          </a:p>
        </p:txBody>
      </p:sp>
      <p:sp>
        <p:nvSpPr>
          <p:cNvPr id="22" name="left-consequence">
            <a:extLst xmlns:a="http://schemas.openxmlformats.org/drawingml/2006/main">
              <a:ext uri="{FF2B5EF4-FFF2-40B4-BE49-F238E27FC236}">
                <a16:creationId xmlns:a16="http://schemas.microsoft.com/office/drawing/2014/main" id="{D179EB08-4CC3-4823-8AFB-BF20AE34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B45353"/>
                </a:solidFill>
                <a:latin typeface="Google Sans"/>
                <a:ea typeface="Google Sans"/>
                <a:cs typeface="Google Sans"/>
              </a:defRPr>
            </a:pPr>
            <a:r>
              <a:rPr sz="1013" b="1" i="0">
                <a:solidFill>
                  <a:srgbClr val="B45353"/>
                </a:solidFill>
                <a:latin typeface="Google Sans"/>
                <a:ea typeface="Google Sans"/>
                <a:cs typeface="Google Sans"/>
              </a:rPr>
              <a:t>mezcla réplicas  ·  estimación optimista</a:t>
            </a:r>
          </a:p>
        </p:txBody>
      </p:sp>
      <p:sp>
        <p:nvSpPr>
          <p:cNvPr id="23" name="right-bar">
            <a:extLst xmlns:a="http://schemas.openxmlformats.org/drawingml/2006/main">
              <a:ext uri="{FF2B5EF4-FFF2-40B4-BE49-F238E27FC236}">
                <a16:creationId xmlns:a16="http://schemas.microsoft.com/office/drawing/2014/main" id="{8C84E89F-3E29-462B-B9B2-03E9B5F3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85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ight-kicker">
            <a:extLst xmlns:a="http://schemas.openxmlformats.org/drawingml/2006/main">
              <a:ext uri="{FF2B5EF4-FFF2-40B4-BE49-F238E27FC236}">
                <a16:creationId xmlns:a16="http://schemas.microsoft.com/office/drawing/2014/main" id="{DC99533F-9ACB-44B5-808B-C1142292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0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LODO EXTERNO</a:t>
            </a:r>
          </a:p>
        </p:txBody>
      </p:sp>
      <p:sp>
        <p:nvSpPr>
          <p:cNvPr id="25" name="right-ok">
            <a:extLst xmlns:a="http://schemas.openxmlformats.org/drawingml/2006/main">
              <a:ext uri="{FF2B5EF4-FFF2-40B4-BE49-F238E27FC236}">
                <a16:creationId xmlns:a16="http://schemas.microsoft.com/office/drawing/2014/main" id="{44698737-017D-47CC-8E9D-6FA73EE5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una dieta completa fuera en cada fold</a:t>
            </a:r>
          </a:p>
        </p:txBody>
      </p:sp>
      <p:sp>
        <p:nvSpPr>
          <p:cNvPr id="26" name="card-D1">
            <a:extLst xmlns:a="http://schemas.openxmlformats.org/drawingml/2006/main">
              <a:ext uri="{FF2B5EF4-FFF2-40B4-BE49-F238E27FC236}">
                <a16:creationId xmlns:a16="http://schemas.microsoft.com/office/drawing/2014/main" id="{28797550-FA90-45D2-BBD1-13C33068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7429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27" name="card-lbl-D1">
            <a:extLst xmlns:a="http://schemas.openxmlformats.org/drawingml/2006/main">
              <a:ext uri="{FF2B5EF4-FFF2-40B4-BE49-F238E27FC236}">
                <a16:creationId xmlns:a16="http://schemas.microsoft.com/office/drawing/2014/main" id="{3D0088AF-6DD9-4847-9551-2C3A644A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33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D1</a:t>
            </a:r>
          </a:p>
        </p:txBody>
      </p:sp>
      <p:sp>
        <p:nvSpPr>
          <p:cNvPr id="28" name="card-dot-D1-0">
            <a:extLst xmlns:a="http://schemas.openxmlformats.org/drawingml/2006/main">
              <a:ext uri="{FF2B5EF4-FFF2-40B4-BE49-F238E27FC236}">
                <a16:creationId xmlns:a16="http://schemas.microsoft.com/office/drawing/2014/main" id="{05BB8F76-8B12-4686-973C-9B885544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48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ard-dot-D1-1">
            <a:extLst xmlns:a="http://schemas.openxmlformats.org/drawingml/2006/main">
              <a:ext uri="{FF2B5EF4-FFF2-40B4-BE49-F238E27FC236}">
                <a16:creationId xmlns:a16="http://schemas.microsoft.com/office/drawing/2014/main" id="{86709FF0-AEEA-4147-A334-B6C6D39D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dot-D1-2">
            <a:extLst xmlns:a="http://schemas.openxmlformats.org/drawingml/2006/main">
              <a:ext uri="{FF2B5EF4-FFF2-40B4-BE49-F238E27FC236}">
                <a16:creationId xmlns:a16="http://schemas.microsoft.com/office/drawing/2014/main" id="{C5D102F5-0682-470A-88A1-0ED6120E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08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ard-D2">
            <a:extLst xmlns:a="http://schemas.openxmlformats.org/drawingml/2006/main">
              <a:ext uri="{FF2B5EF4-FFF2-40B4-BE49-F238E27FC236}">
                <a16:creationId xmlns:a16="http://schemas.microsoft.com/office/drawing/2014/main" id="{9FB5B2FD-C3D3-4CFB-A613-2BEE92A4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7429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32" name="card-lbl-D2">
            <a:extLst xmlns:a="http://schemas.openxmlformats.org/drawingml/2006/main">
              <a:ext uri="{FF2B5EF4-FFF2-40B4-BE49-F238E27FC236}">
                <a16:creationId xmlns:a16="http://schemas.microsoft.com/office/drawing/2014/main" id="{41A74A9B-B739-4AA7-8C69-B12F0BF9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33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D2</a:t>
            </a:r>
          </a:p>
        </p:txBody>
      </p:sp>
      <p:sp>
        <p:nvSpPr>
          <p:cNvPr id="33" name="card-dot-D2-0">
            <a:extLst xmlns:a="http://schemas.openxmlformats.org/drawingml/2006/main">
              <a:ext uri="{FF2B5EF4-FFF2-40B4-BE49-F238E27FC236}">
                <a16:creationId xmlns:a16="http://schemas.microsoft.com/office/drawing/2014/main" id="{FBF04064-CDA1-499C-ABD7-B9766278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63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dot-D2-1">
            <a:extLst xmlns:a="http://schemas.openxmlformats.org/drawingml/2006/main">
              <a:ext uri="{FF2B5EF4-FFF2-40B4-BE49-F238E27FC236}">
                <a16:creationId xmlns:a16="http://schemas.microsoft.com/office/drawing/2014/main" id="{E0D0BFB8-0AAE-464B-A063-EE90F43D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ard-dot-D2-2">
            <a:extLst xmlns:a="http://schemas.openxmlformats.org/drawingml/2006/main">
              <a:ext uri="{FF2B5EF4-FFF2-40B4-BE49-F238E27FC236}">
                <a16:creationId xmlns:a16="http://schemas.microsoft.com/office/drawing/2014/main" id="{36312832-99B7-485D-BD85-0D8A6196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23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ard-D3">
            <a:extLst xmlns:a="http://schemas.openxmlformats.org/drawingml/2006/main">
              <a:ext uri="{FF2B5EF4-FFF2-40B4-BE49-F238E27FC236}">
                <a16:creationId xmlns:a16="http://schemas.microsoft.com/office/drawing/2014/main" id="{C7FB737C-44B6-4E55-B388-2B2CF616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7429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37" name="card-lbl-D3">
            <a:extLst xmlns:a="http://schemas.openxmlformats.org/drawingml/2006/main">
              <a:ext uri="{FF2B5EF4-FFF2-40B4-BE49-F238E27FC236}">
                <a16:creationId xmlns:a16="http://schemas.microsoft.com/office/drawing/2014/main" id="{383AD519-3E64-4B7E-B950-E8795107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33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D3</a:t>
            </a:r>
          </a:p>
        </p:txBody>
      </p:sp>
      <p:sp>
        <p:nvSpPr>
          <p:cNvPr id="38" name="card-dot-D3-0">
            <a:extLst xmlns:a="http://schemas.openxmlformats.org/drawingml/2006/main">
              <a:ext uri="{FF2B5EF4-FFF2-40B4-BE49-F238E27FC236}">
                <a16:creationId xmlns:a16="http://schemas.microsoft.com/office/drawing/2014/main" id="{1213A5F6-D2BC-43D4-8D41-20A8D910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78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ard-dot-D3-1">
            <a:extLst xmlns:a="http://schemas.openxmlformats.org/drawingml/2006/main">
              <a:ext uri="{FF2B5EF4-FFF2-40B4-BE49-F238E27FC236}">
                <a16:creationId xmlns:a16="http://schemas.microsoft.com/office/drawing/2014/main" id="{6587457F-516E-4318-8FAF-2E3FF27A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8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ard-dot-D3-2">
            <a:extLst xmlns:a="http://schemas.openxmlformats.org/drawingml/2006/main">
              <a:ext uri="{FF2B5EF4-FFF2-40B4-BE49-F238E27FC236}">
                <a16:creationId xmlns:a16="http://schemas.microsoft.com/office/drawing/2014/main" id="{B4934C09-365C-4DAB-BB47-519364A3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8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ard-D4">
            <a:extLst xmlns:a="http://schemas.openxmlformats.org/drawingml/2006/main">
              <a:ext uri="{FF2B5EF4-FFF2-40B4-BE49-F238E27FC236}">
                <a16:creationId xmlns:a16="http://schemas.microsoft.com/office/drawing/2014/main" id="{48961E18-433B-4DA0-A947-8FA23228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7429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5E9D6"/>
          </a:solidFill>
          <a:ln xmlns:a="http://schemas.openxmlformats.org/drawingml/2006/main" w="15240">
            <a:solidFill>
              <a:srgbClr val="C9822B"/>
            </a:solidFill>
            <a:prstDash val="solid"/>
          </a:ln>
        </p:spPr>
      </p:sp>
      <p:sp>
        <p:nvSpPr>
          <p:cNvPr id="42" name="card-lbl-D4">
            <a:extLst xmlns:a="http://schemas.openxmlformats.org/drawingml/2006/main">
              <a:ext uri="{FF2B5EF4-FFF2-40B4-BE49-F238E27FC236}">
                <a16:creationId xmlns:a16="http://schemas.microsoft.com/office/drawing/2014/main" id="{33529C08-348A-44D8-BB58-A10EEBB1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33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D4</a:t>
            </a:r>
          </a:p>
        </p:txBody>
      </p:sp>
      <p:sp>
        <p:nvSpPr>
          <p:cNvPr id="43" name="card-dot-D4-0">
            <a:extLst xmlns:a="http://schemas.openxmlformats.org/drawingml/2006/main">
              <a:ext uri="{FF2B5EF4-FFF2-40B4-BE49-F238E27FC236}">
                <a16:creationId xmlns:a16="http://schemas.microsoft.com/office/drawing/2014/main" id="{8B76A727-E430-4C18-8F0F-CAA9EE56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93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ard-dot-D4-1">
            <a:extLst xmlns:a="http://schemas.openxmlformats.org/drawingml/2006/main">
              <a:ext uri="{FF2B5EF4-FFF2-40B4-BE49-F238E27FC236}">
                <a16:creationId xmlns:a16="http://schemas.microsoft.com/office/drawing/2014/main" id="{F6B2F72D-AD43-4685-99DC-2A934A40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23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ard-dot-D4-2">
            <a:extLst xmlns:a="http://schemas.openxmlformats.org/drawingml/2006/main">
              <a:ext uri="{FF2B5EF4-FFF2-40B4-BE49-F238E27FC236}">
                <a16:creationId xmlns:a16="http://schemas.microsoft.com/office/drawing/2014/main" id="{290F9A63-6201-49A7-8C8F-B482D4D6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ard-D5">
            <a:extLst xmlns:a="http://schemas.openxmlformats.org/drawingml/2006/main">
              <a:ext uri="{FF2B5EF4-FFF2-40B4-BE49-F238E27FC236}">
                <a16:creationId xmlns:a16="http://schemas.microsoft.com/office/drawing/2014/main" id="{924B2AC1-6A0B-4B91-9D37-9AE806EE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57500"/>
            <a:ext cx="7429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47" name="card-lbl-D5">
            <a:extLst xmlns:a="http://schemas.openxmlformats.org/drawingml/2006/main">
              <a:ext uri="{FF2B5EF4-FFF2-40B4-BE49-F238E27FC236}">
                <a16:creationId xmlns:a16="http://schemas.microsoft.com/office/drawing/2014/main" id="{62114453-4835-4A1E-BBAE-951FA5CE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D5</a:t>
            </a:r>
          </a:p>
        </p:txBody>
      </p:sp>
      <p:sp>
        <p:nvSpPr>
          <p:cNvPr id="48" name="card-dot-D5-0">
            <a:extLst xmlns:a="http://schemas.openxmlformats.org/drawingml/2006/main">
              <a:ext uri="{FF2B5EF4-FFF2-40B4-BE49-F238E27FC236}">
                <a16:creationId xmlns:a16="http://schemas.microsoft.com/office/drawing/2014/main" id="{CD24FEAF-056B-43EA-A92C-A8E56E6F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08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ard-dot-D5-1">
            <a:extLst xmlns:a="http://schemas.openxmlformats.org/drawingml/2006/main">
              <a:ext uri="{FF2B5EF4-FFF2-40B4-BE49-F238E27FC236}">
                <a16:creationId xmlns:a16="http://schemas.microsoft.com/office/drawing/2014/main" id="{4A27F280-666E-40D2-B528-BF5A44A6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838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ard-dot-D5-2">
            <a:extLst xmlns:a="http://schemas.openxmlformats.org/drawingml/2006/main">
              <a:ext uri="{FF2B5EF4-FFF2-40B4-BE49-F238E27FC236}">
                <a16:creationId xmlns:a16="http://schemas.microsoft.com/office/drawing/2014/main" id="{D527DB0F-CC01-47CF-9BA5-BA3D9461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68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ard-D6">
            <a:extLst xmlns:a="http://schemas.openxmlformats.org/drawingml/2006/main">
              <a:ext uri="{FF2B5EF4-FFF2-40B4-BE49-F238E27FC236}">
                <a16:creationId xmlns:a16="http://schemas.microsoft.com/office/drawing/2014/main" id="{855B70B4-532A-47DF-B3C9-53EE9D34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57500"/>
            <a:ext cx="7429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52" name="card-lbl-D6">
            <a:extLst xmlns:a="http://schemas.openxmlformats.org/drawingml/2006/main">
              <a:ext uri="{FF2B5EF4-FFF2-40B4-BE49-F238E27FC236}">
                <a16:creationId xmlns:a16="http://schemas.microsoft.com/office/drawing/2014/main" id="{896B3014-3922-4C5C-95CE-439DCAA9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33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D6</a:t>
            </a:r>
          </a:p>
        </p:txBody>
      </p:sp>
      <p:sp>
        <p:nvSpPr>
          <p:cNvPr id="53" name="card-dot-D6-0">
            <a:extLst xmlns:a="http://schemas.openxmlformats.org/drawingml/2006/main">
              <a:ext uri="{FF2B5EF4-FFF2-40B4-BE49-F238E27FC236}">
                <a16:creationId xmlns:a16="http://schemas.microsoft.com/office/drawing/2014/main" id="{79FBA49C-B66B-4AFE-97FE-36A7C948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23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ard-dot-D6-1">
            <a:extLst xmlns:a="http://schemas.openxmlformats.org/drawingml/2006/main">
              <a:ext uri="{FF2B5EF4-FFF2-40B4-BE49-F238E27FC236}">
                <a16:creationId xmlns:a16="http://schemas.microsoft.com/office/drawing/2014/main" id="{5B869929-A91A-4C92-973E-CACF4942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753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ard-dot-D6-2">
            <a:extLst xmlns:a="http://schemas.openxmlformats.org/drawingml/2006/main">
              <a:ext uri="{FF2B5EF4-FFF2-40B4-BE49-F238E27FC236}">
                <a16:creationId xmlns:a16="http://schemas.microsoft.com/office/drawing/2014/main" id="{D2021394-1711-49BC-8C17-83B7AB4D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835" y="3175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ard-D7">
            <a:extLst xmlns:a="http://schemas.openxmlformats.org/drawingml/2006/main">
              <a:ext uri="{FF2B5EF4-FFF2-40B4-BE49-F238E27FC236}">
                <a16:creationId xmlns:a16="http://schemas.microsoft.com/office/drawing/2014/main" id="{EF2B21C4-3092-443E-A519-CA2B7EA0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467100"/>
            <a:ext cx="7429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57" name="card-lbl-D7">
            <a:extLst xmlns:a="http://schemas.openxmlformats.org/drawingml/2006/main">
              <a:ext uri="{FF2B5EF4-FFF2-40B4-BE49-F238E27FC236}">
                <a16:creationId xmlns:a16="http://schemas.microsoft.com/office/drawing/2014/main" id="{D97F5D04-41EE-463D-8B82-E1062126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433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D7</a:t>
            </a:r>
          </a:p>
        </p:txBody>
      </p:sp>
      <p:sp>
        <p:nvSpPr>
          <p:cNvPr id="58" name="card-dot-D7-0">
            <a:extLst xmlns:a="http://schemas.openxmlformats.org/drawingml/2006/main">
              <a:ext uri="{FF2B5EF4-FFF2-40B4-BE49-F238E27FC236}">
                <a16:creationId xmlns:a16="http://schemas.microsoft.com/office/drawing/2014/main" id="{036C51A2-B5F1-4C5B-BD31-929F5741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06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card-dot-D7-1">
            <a:extLst xmlns:a="http://schemas.openxmlformats.org/drawingml/2006/main">
              <a:ext uri="{FF2B5EF4-FFF2-40B4-BE49-F238E27FC236}">
                <a16:creationId xmlns:a16="http://schemas.microsoft.com/office/drawing/2014/main" id="{5C399726-7E62-4B31-BA17-9A529FC6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ard-dot-D7-2">
            <a:extLst xmlns:a="http://schemas.openxmlformats.org/drawingml/2006/main">
              <a:ext uri="{FF2B5EF4-FFF2-40B4-BE49-F238E27FC236}">
                <a16:creationId xmlns:a16="http://schemas.microsoft.com/office/drawing/2014/main" id="{CBEEC2B8-2685-4C0A-BF68-0B1236C6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66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card-D8">
            <a:extLst xmlns:a="http://schemas.openxmlformats.org/drawingml/2006/main">
              <a:ext uri="{FF2B5EF4-FFF2-40B4-BE49-F238E27FC236}">
                <a16:creationId xmlns:a16="http://schemas.microsoft.com/office/drawing/2014/main" id="{C7819F3D-9515-4D8E-AD82-6E05F0DD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67100"/>
            <a:ext cx="7429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62" name="card-lbl-D8">
            <a:extLst xmlns:a="http://schemas.openxmlformats.org/drawingml/2006/main">
              <a:ext uri="{FF2B5EF4-FFF2-40B4-BE49-F238E27FC236}">
                <a16:creationId xmlns:a16="http://schemas.microsoft.com/office/drawing/2014/main" id="{EA85DD88-6A02-4002-A0F5-2B2862F4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433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D8</a:t>
            </a:r>
          </a:p>
        </p:txBody>
      </p:sp>
      <p:sp>
        <p:nvSpPr>
          <p:cNvPr id="63" name="card-dot-D8-0">
            <a:extLst xmlns:a="http://schemas.openxmlformats.org/drawingml/2006/main">
              <a:ext uri="{FF2B5EF4-FFF2-40B4-BE49-F238E27FC236}">
                <a16:creationId xmlns:a16="http://schemas.microsoft.com/office/drawing/2014/main" id="{FE76F9F0-914C-4716-88E0-9C0B14D5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card-dot-D8-1">
            <a:extLst xmlns:a="http://schemas.openxmlformats.org/drawingml/2006/main">
              <a:ext uri="{FF2B5EF4-FFF2-40B4-BE49-F238E27FC236}">
                <a16:creationId xmlns:a16="http://schemas.microsoft.com/office/drawing/2014/main" id="{4AC2A11C-6D18-4C4A-B5AF-3ACBF65A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051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card-dot-D8-2">
            <a:extLst xmlns:a="http://schemas.openxmlformats.org/drawingml/2006/main">
              <a:ext uri="{FF2B5EF4-FFF2-40B4-BE49-F238E27FC236}">
                <a16:creationId xmlns:a16="http://schemas.microsoft.com/office/drawing/2014/main" id="{D71F086D-647F-459C-AF95-8C15C222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1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card-D9">
            <a:extLst xmlns:a="http://schemas.openxmlformats.org/drawingml/2006/main">
              <a:ext uri="{FF2B5EF4-FFF2-40B4-BE49-F238E27FC236}">
                <a16:creationId xmlns:a16="http://schemas.microsoft.com/office/drawing/2014/main" id="{E7B30D19-D176-4EAD-835B-2316A9DE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67100"/>
            <a:ext cx="7429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67" name="card-lbl-D9">
            <a:extLst xmlns:a="http://schemas.openxmlformats.org/drawingml/2006/main">
              <a:ext uri="{FF2B5EF4-FFF2-40B4-BE49-F238E27FC236}">
                <a16:creationId xmlns:a16="http://schemas.microsoft.com/office/drawing/2014/main" id="{2D3F5657-4482-4089-8F06-A01A8DD4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5433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D9</a:t>
            </a:r>
          </a:p>
        </p:txBody>
      </p:sp>
      <p:sp>
        <p:nvSpPr>
          <p:cNvPr id="68" name="card-dot-D9-0">
            <a:extLst xmlns:a="http://schemas.openxmlformats.org/drawingml/2006/main">
              <a:ext uri="{FF2B5EF4-FFF2-40B4-BE49-F238E27FC236}">
                <a16:creationId xmlns:a16="http://schemas.microsoft.com/office/drawing/2014/main" id="{25A2E082-33C0-46D9-8FF1-E9AB2BE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ard-dot-D9-1">
            <a:extLst xmlns:a="http://schemas.openxmlformats.org/drawingml/2006/main">
              <a:ext uri="{FF2B5EF4-FFF2-40B4-BE49-F238E27FC236}">
                <a16:creationId xmlns:a16="http://schemas.microsoft.com/office/drawing/2014/main" id="{15CA7921-ABEC-45CB-BB74-5E054A69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66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card-dot-D9-2">
            <a:extLst xmlns:a="http://schemas.openxmlformats.org/drawingml/2006/main">
              <a:ext uri="{FF2B5EF4-FFF2-40B4-BE49-F238E27FC236}">
                <a16:creationId xmlns:a16="http://schemas.microsoft.com/office/drawing/2014/main" id="{9447959D-E65C-4110-8692-3F208CA4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ard-D10">
            <a:extLst xmlns:a="http://schemas.openxmlformats.org/drawingml/2006/main">
              <a:ext uri="{FF2B5EF4-FFF2-40B4-BE49-F238E27FC236}">
                <a16:creationId xmlns:a16="http://schemas.microsoft.com/office/drawing/2014/main" id="{C02109FC-5DC8-45BE-A34C-62F05729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67100"/>
            <a:ext cx="7429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72" name="card-lbl-D10">
            <a:extLst xmlns:a="http://schemas.openxmlformats.org/drawingml/2006/main">
              <a:ext uri="{FF2B5EF4-FFF2-40B4-BE49-F238E27FC236}">
                <a16:creationId xmlns:a16="http://schemas.microsoft.com/office/drawing/2014/main" id="{F7686E58-F94E-482C-B727-40EC67A4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433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D10</a:t>
            </a:r>
          </a:p>
        </p:txBody>
      </p:sp>
      <p:sp>
        <p:nvSpPr>
          <p:cNvPr id="73" name="card-dot-D10-0">
            <a:extLst xmlns:a="http://schemas.openxmlformats.org/drawingml/2006/main">
              <a:ext uri="{FF2B5EF4-FFF2-40B4-BE49-F238E27FC236}">
                <a16:creationId xmlns:a16="http://schemas.microsoft.com/office/drawing/2014/main" id="{97CFAE2C-DD58-4BBA-AF34-F7210A1A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51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card-dot-D10-1">
            <a:extLst xmlns:a="http://schemas.openxmlformats.org/drawingml/2006/main">
              <a:ext uri="{FF2B5EF4-FFF2-40B4-BE49-F238E27FC236}">
                <a16:creationId xmlns:a16="http://schemas.microsoft.com/office/drawing/2014/main" id="{DB6B54FC-3666-43B6-95E4-87ACE197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card-dot-D10-2">
            <a:extLst xmlns:a="http://schemas.openxmlformats.org/drawingml/2006/main">
              <a:ext uri="{FF2B5EF4-FFF2-40B4-BE49-F238E27FC236}">
                <a16:creationId xmlns:a16="http://schemas.microsoft.com/office/drawing/2014/main" id="{F615D066-9682-4FC6-BB58-6BC793A7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card-D11">
            <a:extLst xmlns:a="http://schemas.openxmlformats.org/drawingml/2006/main">
              <a:ext uri="{FF2B5EF4-FFF2-40B4-BE49-F238E27FC236}">
                <a16:creationId xmlns:a16="http://schemas.microsoft.com/office/drawing/2014/main" id="{4D588A47-D457-49F0-B7DB-4E108703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467100"/>
            <a:ext cx="7429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77" name="card-lbl-D11">
            <a:extLst xmlns:a="http://schemas.openxmlformats.org/drawingml/2006/main">
              <a:ext uri="{FF2B5EF4-FFF2-40B4-BE49-F238E27FC236}">
                <a16:creationId xmlns:a16="http://schemas.microsoft.com/office/drawing/2014/main" id="{7DA1D3E7-699D-42FE-88E7-E48B5140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5433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D11</a:t>
            </a:r>
          </a:p>
        </p:txBody>
      </p:sp>
      <p:sp>
        <p:nvSpPr>
          <p:cNvPr id="78" name="card-dot-D11-0">
            <a:extLst xmlns:a="http://schemas.openxmlformats.org/drawingml/2006/main">
              <a:ext uri="{FF2B5EF4-FFF2-40B4-BE49-F238E27FC236}">
                <a16:creationId xmlns:a16="http://schemas.microsoft.com/office/drawing/2014/main" id="{ACE5BA4E-0BB4-4183-8966-1569E4CE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366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card-dot-D11-1">
            <a:extLst xmlns:a="http://schemas.openxmlformats.org/drawingml/2006/main">
              <a:ext uri="{FF2B5EF4-FFF2-40B4-BE49-F238E27FC236}">
                <a16:creationId xmlns:a16="http://schemas.microsoft.com/office/drawing/2014/main" id="{2A4237F7-B400-4C8D-8D4B-ADDA94E3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96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card-dot-D11-2">
            <a:extLst xmlns:a="http://schemas.openxmlformats.org/drawingml/2006/main">
              <a:ext uri="{FF2B5EF4-FFF2-40B4-BE49-F238E27FC236}">
                <a16:creationId xmlns:a16="http://schemas.microsoft.com/office/drawing/2014/main" id="{B3CCCACF-8DF0-48BE-A7DE-91FED6B5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260" y="37852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leg-tr">
            <a:extLst xmlns:a="http://schemas.openxmlformats.org/drawingml/2006/main">
              <a:ext uri="{FF2B5EF4-FFF2-40B4-BE49-F238E27FC236}">
                <a16:creationId xmlns:a16="http://schemas.microsoft.com/office/drawing/2014/main" id="{309E0087-DB04-489C-8E4A-3C1F2B37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133350" cy="1333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1430">
            <a:solidFill>
              <a:srgbClr val="174C5B"/>
            </a:solidFill>
            <a:prstDash val="solid"/>
          </a:ln>
        </p:spPr>
      </p:sp>
      <p:sp>
        <p:nvSpPr>
          <p:cNvPr id="82" name="leg-tr-t">
            <a:extLst xmlns:a="http://schemas.openxmlformats.org/drawingml/2006/main">
              <a:ext uri="{FF2B5EF4-FFF2-40B4-BE49-F238E27FC236}">
                <a16:creationId xmlns:a16="http://schemas.microsoft.com/office/drawing/2014/main" id="{FF2682B0-307E-4696-98A1-7C35400C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862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75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10 dietas  →  train</a:t>
            </a:r>
          </a:p>
        </p:txBody>
      </p:sp>
      <p:sp>
        <p:nvSpPr>
          <p:cNvPr id="83" name="leg-te">
            <a:extLst xmlns:a="http://schemas.openxmlformats.org/drawingml/2006/main">
              <a:ext uri="{FF2B5EF4-FFF2-40B4-BE49-F238E27FC236}">
                <a16:creationId xmlns:a16="http://schemas.microsoft.com/office/drawing/2014/main" id="{F7893563-43BA-49D4-9C3F-4DC54C7A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133350" cy="1333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9D6"/>
          </a:solidFill>
          <a:ln xmlns:a="http://schemas.openxmlformats.org/drawingml/2006/main" w="11430">
            <a:solidFill>
              <a:srgbClr val="C9822B"/>
            </a:solidFill>
            <a:prstDash val="solid"/>
          </a:ln>
        </p:spPr>
      </p:sp>
      <p:sp>
        <p:nvSpPr>
          <p:cNvPr id="84" name="leg-te-t">
            <a:extLst xmlns:a="http://schemas.openxmlformats.org/drawingml/2006/main">
              <a:ext uri="{FF2B5EF4-FFF2-40B4-BE49-F238E27FC236}">
                <a16:creationId xmlns:a16="http://schemas.microsoft.com/office/drawing/2014/main" id="{C8D1C8C3-678B-47B7-B863-B867BF29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75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 dieta  →  test</a:t>
            </a:r>
          </a:p>
        </p:txBody>
      </p:sp>
      <p:sp>
        <p:nvSpPr>
          <p:cNvPr id="85" name="leg-folds">
            <a:extLst xmlns:a="http://schemas.openxmlformats.org/drawingml/2006/main">
              <a:ext uri="{FF2B5EF4-FFF2-40B4-BE49-F238E27FC236}">
                <a16:creationId xmlns:a16="http://schemas.microsoft.com/office/drawing/2014/main" id="{D20AA76F-452C-4AF4-A1B1-C9BA9598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7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el test rota por las 11 dietas  ·  11 folds externos</a:t>
            </a:r>
          </a:p>
        </p:txBody>
      </p:sp>
      <p:sp>
        <p:nvSpPr>
          <p:cNvPr id="86" name="bottom-rule">
            <a:extLst xmlns:a="http://schemas.openxmlformats.org/drawingml/2006/main">
              <a:ext uri="{FF2B5EF4-FFF2-40B4-BE49-F238E27FC236}">
                <a16:creationId xmlns:a16="http://schemas.microsoft.com/office/drawing/2014/main" id="{E0FB0141-8219-4A82-830F-67C0D7DE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87" name="closing-a">
            <a:extLst xmlns:a="http://schemas.openxmlformats.org/drawingml/2006/main">
              <a:ext uri="{FF2B5EF4-FFF2-40B4-BE49-F238E27FC236}">
                <a16:creationId xmlns:a16="http://schemas.microsoft.com/office/drawing/2014/main" id="{4698E1B0-F5EA-4EC3-AC6D-925476AF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LODO externo mide</a:t>
            </a:r>
          </a:p>
        </p:txBody>
      </p:sp>
      <p:sp>
        <p:nvSpPr>
          <p:cNvPr id="88" name="closing-b">
            <a:extLst xmlns:a="http://schemas.openxmlformats.org/drawingml/2006/main">
              <a:ext uri="{FF2B5EF4-FFF2-40B4-BE49-F238E27FC236}">
                <a16:creationId xmlns:a16="http://schemas.microsoft.com/office/drawing/2014/main" id="{EB59776F-8E7D-4328-B2A8-89C3B7C7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962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3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generalización a dietas no vistas.</a:t>
            </a:r>
          </a:p>
        </p:txBody>
      </p:sp>
    </p:spTree>
    <p:extLst>
      <p:ext uri="{BB962C8B-B14F-4D97-AF65-F5344CB8AC3E}">
        <p14:creationId xmlns:p14="http://schemas.microsoft.com/office/powerpoint/2010/main" val="1599281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2026-07-05T22:56:31.6110000Z</dcterms:created>
  <dcterms:modified xsi:type="dcterms:W3CDTF">2026-07-05T22:56:31.6110000Z</dcterms:modified>
</coreProperties>
</file>