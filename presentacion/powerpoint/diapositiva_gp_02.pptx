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2cf1dd145345e9" /><Relationship Type="http://schemas.openxmlformats.org/officeDocument/2006/relationships/extended-properties" Target="/docProps/app.xml" Id="R3f37f928540641af" /><Relationship Type="http://schemas.openxmlformats.org/officeDocument/2006/relationships/officeDocument" Target="/ppt/presentation.xml" Id="Rad84adf95fbe4f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ef7c0c9cd740f2"/>
  </p:sldMasterIdLst>
  <p:notesMasterIdLst>
    <p:notesMasterId xmlns:r="http://schemas.openxmlformats.org/officeDocument/2006/relationships" r:id="R5b94b702a96b46bf"/>
  </p:notesMasterIdLst>
  <p:sldIdLst>
    <p:sldId xmlns:r="http://schemas.openxmlformats.org/officeDocument/2006/relationships" id="256" r:id="Ra8222aa74c454f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3bdee063cf474b" /><Relationship Type="http://schemas.openxmlformats.org/officeDocument/2006/relationships/slideMaster" Target="/ppt/slideMasters/slideMaster1.xml" Id="Rc5ef7c0c9cd740f2" /><Relationship Type="http://schemas.openxmlformats.org/officeDocument/2006/relationships/notesMaster" Target="/ppt/notesMasters/notesMaster1.xml" Id="R5b94b702a96b46bf" /><Relationship Type="http://schemas.openxmlformats.org/officeDocument/2006/relationships/presProps" Target="/ppt/presProps.xml" Id="R9b7049592daf4b5e" /><Relationship Type="http://schemas.openxmlformats.org/officeDocument/2006/relationships/tableStyles" Target="/ppt/tableStyles.xml" Id="R34e50e81ae124a7d" /><Relationship Type="http://schemas.openxmlformats.org/officeDocument/2006/relationships/slide" Target="/ppt/slides/slide1.xml" Id="Ra8222aa74c454f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4a322ed39748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4fdd9950364826" /><Relationship Type="http://schemas.openxmlformats.org/officeDocument/2006/relationships/notesMaster" Target="/ppt/notesMasters/notesMaster1.xml" Id="R9cebdf699a574b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bb535769147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ec8a9d50174211" /><Relationship Type="http://schemas.openxmlformats.org/officeDocument/2006/relationships/slideLayout" Target="/ppt/slideLayouts/slideLayout1.xml" Id="R29861e23ca2345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861e23ca2345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5ca250190455b" /><Relationship Type="http://schemas.openxmlformats.org/officeDocument/2006/relationships/image" Target="/ppt/media/image.png" Id="Rff2e47a0c455459e" /><Relationship Type="http://schemas.openxmlformats.org/officeDocument/2006/relationships/image" Target="/ppt/media/image2.png" Id="Re6ad50e8cab74fde" /><Relationship Type="http://schemas.openxmlformats.org/officeDocument/2006/relationships/image" Target="/ppt/media/image3.png" Id="Rdef653bb8f5b46ab" /><Relationship Type="http://schemas.openxmlformats.org/officeDocument/2006/relationships/image" Target="/ppt/media/image4.png" Id="R1b5a9f25944e424c" /><Relationship Type="http://schemas.openxmlformats.org/officeDocument/2006/relationships/image" Target="/ppt/media/image5.png" Id="R8222e131b5b747f7" /><Relationship Type="http://schemas.openxmlformats.org/officeDocument/2006/relationships/image" Target="/ppt/media/image6.png" Id="Re12ce9cbde3241a4" /><Relationship Type="http://schemas.openxmlformats.org/officeDocument/2006/relationships/notesSlide" Target="/ppt/notesSlides/notesSlide1.xml" Id="R19bcd82758764e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8379C9-AA66-4C5B-9A51-0F78A008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PROCESOS GAUSSIANOS</a:t>
            </a:r>
          </a:p>
        </p:txBody>
      </p:sp>
      <p:sp>
        <p:nvSpPr>
          <p:cNvPr id="2" name="step-label">
            <a:extLst xmlns:a="http://schemas.openxmlformats.org/drawingml/2006/main">
              <a:ext uri="{FF2B5EF4-FFF2-40B4-BE49-F238E27FC236}">
                <a16:creationId xmlns:a16="http://schemas.microsoft.com/office/drawing/2014/main" id="{F9EEE98D-E86F-42F3-9687-ECC03EA0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PASO 2 DE 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C89116-2C6F-4360-84E1-29B10F6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 los pesos nace el kernel</a:t>
            </a:r>
          </a:p>
        </p:txBody>
      </p:sp>
      <p:sp>
        <p:nvSpPr>
          <p:cNvPr id="4" name="idea">
            <a:extLst xmlns:a="http://schemas.openxmlformats.org/drawingml/2006/main">
              <a:ext uri="{FF2B5EF4-FFF2-40B4-BE49-F238E27FC236}">
                <a16:creationId xmlns:a16="http://schemas.microsoft.com/office/drawing/2014/main" id="{9024078A-7FFE-490A-8695-C6937B82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La incertidumbre sobre los pesos induce covarianza entre valores de la función.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e47a0c455459e"/>
          <a:stretch xmlns:a="http://schemas.openxmlformats.org/drawingml/2006/main"/>
        </p:blipFill>
        <p:spPr>
          <a:xfrm xmlns:a="http://schemas.openxmlformats.org/drawingml/2006/main">
            <a:off x="723900" y="2609850"/>
            <a:ext cx="4305300" cy="341755"/>
          </a:xfrm>
          <a:prstGeom xmlns:a="http://schemas.openxmlformats.org/drawingml/2006/main" prst="rect">
            <a:avLst/>
          </a:prstGeom>
        </p:spPr>
      </p:pic>
      <p:sp>
        <p:nvSpPr>
          <p:cNvPr id="6" name="left-rule">
            <a:extLst xmlns:a="http://schemas.openxmlformats.org/drawingml/2006/main">
              <a:ext uri="{FF2B5EF4-FFF2-40B4-BE49-F238E27FC236}">
                <a16:creationId xmlns:a16="http://schemas.microsoft.com/office/drawing/2014/main" id="{201C4C9A-59F7-4D55-AFC6-8271BF5F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735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7" name="frase">
            <a:extLst xmlns:a="http://schemas.openxmlformats.org/drawingml/2006/main">
              <a:ext uri="{FF2B5EF4-FFF2-40B4-BE49-F238E27FC236}">
                <a16:creationId xmlns:a16="http://schemas.microsoft.com/office/drawing/2014/main" id="{5285F5E3-6C21-45AE-8812-6637002F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8805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Puntos cercanos se mueven de forma coordinada: esa relación entre valores es el kernel.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d50e8cab74fde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653bb8f5b46ab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a9f25944e424c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2e131b5b747f7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ce9cbde3241a4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sp>
        <p:nvSpPr>
          <p:cNvPr id="13" name="fig-caption">
            <a:extLst xmlns:a="http://schemas.openxmlformats.org/drawingml/2006/main">
              <a:ext uri="{FF2B5EF4-FFF2-40B4-BE49-F238E27FC236}">
                <a16:creationId xmlns:a16="http://schemas.microsoft.com/office/drawing/2014/main" id="{1CF61911-2C97-4D6D-AAAE-F54A286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38800"/>
            <a:ext cx="582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los valores en x y x' varían juntos en cada función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F9DCA5-A1FF-4F05-BFC4-DE5BFA0F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67673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2026-07-04T00:38:29.1460000Z</dcterms:created>
  <dcterms:modified xsi:type="dcterms:W3CDTF">2026-07-04T00:38:29.1460000Z</dcterms:modified>
</coreProperties>
</file>