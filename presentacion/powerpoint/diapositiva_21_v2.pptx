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6f7d3ea7a24c91" /><Relationship Type="http://schemas.openxmlformats.org/officeDocument/2006/relationships/extended-properties" Target="/docProps/app.xml" Id="Rc722e09dfc2f48a1" /><Relationship Type="http://schemas.openxmlformats.org/officeDocument/2006/relationships/officeDocument" Target="/ppt/presentation.xml" Id="R7589d3250d2d44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1221067d8047a5"/>
  </p:sldMasterIdLst>
  <p:notesMasterIdLst>
    <p:notesMasterId xmlns:r="http://schemas.openxmlformats.org/officeDocument/2006/relationships" r:id="R604546e0ecd84d88"/>
  </p:notesMasterIdLst>
  <p:sldIdLst>
    <p:sldId xmlns:r="http://schemas.openxmlformats.org/officeDocument/2006/relationships" id="256" r:id="Rcda38a4a3b3748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fe184a4cb84aca" /><Relationship Type="http://schemas.openxmlformats.org/officeDocument/2006/relationships/slideMaster" Target="/ppt/slideMasters/slideMaster1.xml" Id="R821221067d8047a5" /><Relationship Type="http://schemas.openxmlformats.org/officeDocument/2006/relationships/notesMaster" Target="/ppt/notesMasters/notesMaster1.xml" Id="R604546e0ecd84d88" /><Relationship Type="http://schemas.openxmlformats.org/officeDocument/2006/relationships/presProps" Target="/ppt/presProps.xml" Id="R4ff1ef1e150b456b" /><Relationship Type="http://schemas.openxmlformats.org/officeDocument/2006/relationships/tableStyles" Target="/ppt/tableStyles.xml" Id="R5a7b70c5c00b4f3d" /><Relationship Type="http://schemas.openxmlformats.org/officeDocument/2006/relationships/slide" Target="/ppt/slides/slide1.xml" Id="Rcda38a4a3b3748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cb13da8b3b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712c89803c44aa" /><Relationship Type="http://schemas.openxmlformats.org/officeDocument/2006/relationships/notesMaster" Target="/ppt/notesMasters/notesMaster1.xml" Id="R0b2dfa695d7c4d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3ff55238048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505704ba0c4b3d" /><Relationship Type="http://schemas.openxmlformats.org/officeDocument/2006/relationships/slideLayout" Target="/ppt/slideLayouts/slideLayout1.xml" Id="R9cc03e22a25147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c03e22a25147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e34f62d1e4914" /><Relationship Type="http://schemas.openxmlformats.org/officeDocument/2006/relationships/image" Target="/ppt/media/image.png" Id="R8d98962ad1ff45ec" /><Relationship Type="http://schemas.openxmlformats.org/officeDocument/2006/relationships/notesSlide" Target="/ppt/notesSlides/notesSlide1.xml" Id="R052787d37a7948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A84EC3E-B03B-4440-8D4F-4E10EC12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/ RESULTADOS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AB3CE6-90B2-41B1-AF78-841A9FB1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1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71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Generalización LODO desigual por dieta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87A2C70-B5A4-40F2-B5EF-12405E2E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6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La mejora frente a Dummy existe, pero no se distribuye igual entre formulaciones.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6E5FB53-A92A-4288-BC95-534A333F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21</a:t>
            </a:r>
          </a:p>
        </p:txBody>
      </p:sp>
      <p:sp>
        <p:nvSpPr>
          <p:cNvPr id="5" name="heatmap-title">
            <a:extLst xmlns:a="http://schemas.openxmlformats.org/drawingml/2006/main">
              <a:ext uri="{FF2B5EF4-FFF2-40B4-BE49-F238E27FC236}">
                <a16:creationId xmlns:a16="http://schemas.microsoft.com/office/drawing/2014/main" id="{19E285B7-6A33-4FA0-B3CC-A81A28A1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2245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Dificultad por dieta retenida</a:t>
            </a:r>
          </a:p>
        </p:txBody>
      </p:sp>
      <p:sp>
        <p:nvSpPr>
          <p:cNvPr id="6" name="heatmap-note">
            <a:extLst xmlns:a="http://schemas.openxmlformats.org/drawingml/2006/main">
              <a:ext uri="{FF2B5EF4-FFF2-40B4-BE49-F238E27FC236}">
                <a16:creationId xmlns:a16="http://schemas.microsoft.com/office/drawing/2014/main" id="{64F73422-27FD-476E-B4B7-71D18214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4" y="1885950"/>
            <a:ext cx="3328416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error normalizado</a:t>
            </a:r>
          </a:p>
        </p:txBody>
      </p:sp>
      <p:sp>
        <p:nvSpPr>
          <p:cNvPr id="7" name="heatmap-rule">
            <a:extLst xmlns:a="http://schemas.openxmlformats.org/drawingml/2006/main">
              <a:ext uri="{FF2B5EF4-FFF2-40B4-BE49-F238E27FC236}">
                <a16:creationId xmlns:a16="http://schemas.microsoft.com/office/drawing/2014/main" id="{834CDB55-1754-445E-BC15-0BF5B4D2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8962ad1ff45ec"/>
          <a:stretch xmlns:a="http://schemas.openxmlformats.org/drawingml/2006/main"/>
        </p:blipFill>
        <p:spPr>
          <a:xfrm xmlns:a="http://schemas.openxmlformats.org/drawingml/2006/main">
            <a:off x="1999129" y="2209800"/>
            <a:ext cx="3469341" cy="3276600"/>
          </a:xfrm>
          <a:prstGeom xmlns:a="http://schemas.openxmlformats.org/drawingml/2006/main" prst="rect">
            <a:avLst/>
          </a:prstGeom>
        </p:spPr>
      </p:pic>
      <p:sp>
        <p:nvSpPr>
          <p:cNvPr id="9" name="separator">
            <a:extLst xmlns:a="http://schemas.openxmlformats.org/drawingml/2006/main">
              <a:ext uri="{FF2B5EF4-FFF2-40B4-BE49-F238E27FC236}">
                <a16:creationId xmlns:a16="http://schemas.microsoft.com/office/drawing/2014/main" id="{1896F771-67FF-41BF-B4AC-9A41A4EB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6CC"/>
            </a:solidFill>
            <a:prstDash val="solid"/>
          </a:ln>
        </p:spPr>
      </p:sp>
      <p:sp>
        <p:nvSpPr>
          <p:cNvPr id="10" name="summary-title">
            <a:extLst xmlns:a="http://schemas.openxmlformats.org/drawingml/2006/main">
              <a:ext uri="{FF2B5EF4-FFF2-40B4-BE49-F238E27FC236}">
                <a16:creationId xmlns:a16="http://schemas.microsoft.com/office/drawing/2014/main" id="{6235E4F6-77E2-479B-9202-059A9D44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47850"/>
            <a:ext cx="253974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Resultados y matices</a:t>
            </a:r>
          </a:p>
        </p:txBody>
      </p:sp>
      <p:sp>
        <p:nvSpPr>
          <p:cNvPr id="11" name="summary-note">
            <a:extLst xmlns:a="http://schemas.openxmlformats.org/drawingml/2006/main">
              <a:ext uri="{FF2B5EF4-FFF2-40B4-BE49-F238E27FC236}">
                <a16:creationId xmlns:a16="http://schemas.microsoft.com/office/drawing/2014/main" id="{166F45F2-0AE7-4149-81FC-EFE18C95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188" y="1885950"/>
            <a:ext cx="200101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LODO</a:t>
            </a:r>
          </a:p>
        </p:txBody>
      </p:sp>
      <p:sp>
        <p:nvSpPr>
          <p:cNvPr id="12" name="summary-rule">
            <a:extLst xmlns:a="http://schemas.openxmlformats.org/drawingml/2006/main">
              <a:ext uri="{FF2B5EF4-FFF2-40B4-BE49-F238E27FC236}">
                <a16:creationId xmlns:a16="http://schemas.microsoft.com/office/drawing/2014/main" id="{594ABD15-33C9-4E18-AD7B-15926A42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384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13" name="reduction-title">
            <a:extLst xmlns:a="http://schemas.openxmlformats.org/drawingml/2006/main">
              <a:ext uri="{FF2B5EF4-FFF2-40B4-BE49-F238E27FC236}">
                <a16:creationId xmlns:a16="http://schemas.microsoft.com/office/drawing/2014/main" id="{3777B1A5-5757-41B9-9554-38B79F54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Reducción relativa del MAE frente a Dummy</a:t>
            </a:r>
          </a:p>
        </p:txBody>
      </p:sp>
      <p:sp>
        <p:nvSpPr>
          <p:cNvPr id="14" name="reduction-rule">
            <a:extLst xmlns:a="http://schemas.openxmlformats.org/drawingml/2006/main">
              <a:ext uri="{FF2B5EF4-FFF2-40B4-BE49-F238E27FC236}">
                <a16:creationId xmlns:a16="http://schemas.microsoft.com/office/drawing/2014/main" id="{4B35E866-3A0A-40FF-B2E7-2301ECBA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384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15" name="reduction-fcr">
            <a:extLst xmlns:a="http://schemas.openxmlformats.org/drawingml/2006/main">
              <a:ext uri="{FF2B5EF4-FFF2-40B4-BE49-F238E27FC236}">
                <a16:creationId xmlns:a16="http://schemas.microsoft.com/office/drawing/2014/main" id="{B490E268-C5FF-4932-B37D-A42CE0FD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FCR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15.8 %</a:t>
            </a:r>
          </a:p>
        </p:txBody>
      </p:sp>
      <p:sp>
        <p:nvSpPr>
          <p:cNvPr id="16" name="reduction-quitina">
            <a:extLst xmlns:a="http://schemas.openxmlformats.org/drawingml/2006/main">
              <a:ext uri="{FF2B5EF4-FFF2-40B4-BE49-F238E27FC236}">
                <a16:creationId xmlns:a16="http://schemas.microsoft.com/office/drawing/2014/main" id="{DD9DE299-7F14-4AA7-9628-F991EB93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Quitina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15.4 %</a:t>
            </a:r>
          </a:p>
        </p:txBody>
      </p:sp>
      <p:sp>
        <p:nvSpPr>
          <p:cNvPr id="17" name="reduction-proteina">
            <a:extLst xmlns:a="http://schemas.openxmlformats.org/drawingml/2006/main">
              <a:ext uri="{FF2B5EF4-FFF2-40B4-BE49-F238E27FC236}">
                <a16:creationId xmlns:a16="http://schemas.microsoft.com/office/drawing/2014/main" id="{74886BAC-3DE2-43F2-8165-60D05DF6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8130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Proteína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36.6 %</a:t>
            </a:r>
          </a:p>
        </p:txBody>
      </p:sp>
      <p:sp>
        <p:nvSpPr>
          <p:cNvPr id="18" name="hard-rule">
            <a:extLst xmlns:a="http://schemas.openxmlformats.org/drawingml/2006/main">
              <a:ext uri="{FF2B5EF4-FFF2-40B4-BE49-F238E27FC236}">
                <a16:creationId xmlns:a16="http://schemas.microsoft.com/office/drawing/2014/main" id="{1D99FE8C-91FF-4F56-AF31-7D665D42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48050"/>
            <a:ext cx="384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19" name="hard-title">
            <a:extLst xmlns:a="http://schemas.openxmlformats.org/drawingml/2006/main">
              <a:ext uri="{FF2B5EF4-FFF2-40B4-BE49-F238E27FC236}">
                <a16:creationId xmlns:a16="http://schemas.microsoft.com/office/drawing/2014/main" id="{A8496404-6F69-4595-869B-B6052FDE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Dificultad concentrada</a:t>
            </a:r>
          </a:p>
        </p:txBody>
      </p:sp>
      <p:sp>
        <p:nvSpPr>
          <p:cNvPr id="20" name="hard-copy">
            <a:extLst xmlns:a="http://schemas.openxmlformats.org/drawingml/2006/main">
              <a:ext uri="{FF2B5EF4-FFF2-40B4-BE49-F238E27FC236}">
                <a16:creationId xmlns:a16="http://schemas.microsoft.com/office/drawing/2014/main" id="{A7945208-8CEC-4266-8B10-C8F2F5D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433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FCR: Hoja50 y varias orujo/quinoa.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Quitina: Orujo70, Orujo90 y Control.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Proteína: Orujo50 y algunas dietas con hoja.</a:t>
            </a:r>
          </a:p>
        </p:txBody>
      </p:sp>
      <p:sp>
        <p:nvSpPr>
          <p:cNvPr id="21" name="scope-rule">
            <a:extLst xmlns:a="http://schemas.openxmlformats.org/drawingml/2006/main">
              <a:ext uri="{FF2B5EF4-FFF2-40B4-BE49-F238E27FC236}">
                <a16:creationId xmlns:a16="http://schemas.microsoft.com/office/drawing/2014/main" id="{4B4A3DCE-C227-4279-A7A1-348AE5C2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3450"/>
            <a:ext cx="384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22" name="scope-title">
            <a:extLst xmlns:a="http://schemas.openxmlformats.org/drawingml/2006/main">
              <a:ext uri="{FF2B5EF4-FFF2-40B4-BE49-F238E27FC236}">
                <a16:creationId xmlns:a16="http://schemas.microsoft.com/office/drawing/2014/main" id="{272FDDB0-6207-41CF-B5EE-20EED577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720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Alcance</a:t>
            </a:r>
          </a:p>
        </p:txBody>
      </p:sp>
      <p:sp>
        <p:nvSpPr>
          <p:cNvPr id="23" name="scope-copy">
            <a:extLst xmlns:a="http://schemas.openxmlformats.org/drawingml/2006/main">
              <a:ext uri="{FF2B5EF4-FFF2-40B4-BE49-F238E27FC236}">
                <a16:creationId xmlns:a16="http://schemas.microsoft.com/office/drawing/2014/main" id="{1C36B7A4-0E5D-495F-AB68-77450363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387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mejora agregada no implica que todas las dietas sean igual de transferibles. Algunas formulaciones quedan peor explicadas por las variables disponibles.</a:t>
            </a:r>
          </a:p>
        </p:txBody>
      </p:sp>
      <p:sp>
        <p:nvSpPr>
          <p:cNvPr id="2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08856A69-D4D2-4A49-8CD2-C861A058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25" name="closing">
            <a:extLst xmlns:a="http://schemas.openxmlformats.org/drawingml/2006/main">
              <a:ext uri="{FF2B5EF4-FFF2-40B4-BE49-F238E27FC236}">
                <a16:creationId xmlns:a16="http://schemas.microsoft.com/office/drawing/2014/main" id="{C6AB0A80-6187-44E5-96FE-1B10B7CB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modelo captura señal transferible entre dietas, pero algunas formulaciones siguen siendo difíciles de generalizar.</a:t>
            </a:r>
          </a:p>
        </p:txBody>
      </p:sp>
    </p:spTree>
    <p:extLst>
      <p:ext uri="{BB962C8B-B14F-4D97-AF65-F5344CB8AC3E}">
        <p14:creationId xmlns:p14="http://schemas.microsoft.com/office/powerpoint/2010/main" val="1446049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2026-07-03T00:20:33.8910000Z</dcterms:created>
  <dcterms:modified xsi:type="dcterms:W3CDTF">2026-07-03T00:20:33.8910000Z</dcterms:modified>
</coreProperties>
</file>