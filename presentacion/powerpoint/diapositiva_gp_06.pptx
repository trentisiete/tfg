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0a70870ed84a25" /><Relationship Type="http://schemas.openxmlformats.org/officeDocument/2006/relationships/extended-properties" Target="/docProps/app.xml" Id="Ra12516164ffa4ded" /><Relationship Type="http://schemas.openxmlformats.org/officeDocument/2006/relationships/officeDocument" Target="/ppt/presentation.xml" Id="Re8340589d42445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1013ecc665499a"/>
  </p:sldMasterIdLst>
  <p:notesMasterIdLst>
    <p:notesMasterId xmlns:r="http://schemas.openxmlformats.org/officeDocument/2006/relationships" r:id="Re919348567734c68"/>
  </p:notesMasterIdLst>
  <p:sldIdLst>
    <p:sldId xmlns:r="http://schemas.openxmlformats.org/officeDocument/2006/relationships" id="256" r:id="R9e096c49c8ad48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c0f42cfadf48a1" /><Relationship Type="http://schemas.openxmlformats.org/officeDocument/2006/relationships/slideMaster" Target="/ppt/slideMasters/slideMaster1.xml" Id="R911013ecc665499a" /><Relationship Type="http://schemas.openxmlformats.org/officeDocument/2006/relationships/notesMaster" Target="/ppt/notesMasters/notesMaster1.xml" Id="Re919348567734c68" /><Relationship Type="http://schemas.openxmlformats.org/officeDocument/2006/relationships/presProps" Target="/ppt/presProps.xml" Id="Ra9287ca617b8488e" /><Relationship Type="http://schemas.openxmlformats.org/officeDocument/2006/relationships/tableStyles" Target="/ppt/tableStyles.xml" Id="Rd5577a233fbe47ef" /><Relationship Type="http://schemas.openxmlformats.org/officeDocument/2006/relationships/slide" Target="/ppt/slides/slide1.xml" Id="R9e096c49c8ad48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04abdc2ca148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11e11c81f84b8a" /><Relationship Type="http://schemas.openxmlformats.org/officeDocument/2006/relationships/notesMaster" Target="/ppt/notesMasters/notesMaster1.xml" Id="R604b3ef14f3a4e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89cd32a42b43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a48ffffa8b4a1d" /><Relationship Type="http://schemas.openxmlformats.org/officeDocument/2006/relationships/slideLayout" Target="/ppt/slideLayouts/slideLayout1.xml" Id="R6483205a99d348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83205a99d348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670c51f4a4653" /><Relationship Type="http://schemas.openxmlformats.org/officeDocument/2006/relationships/image" Target="/ppt/media/image.png" Id="R1ce57d98424e4f61" /><Relationship Type="http://schemas.openxmlformats.org/officeDocument/2006/relationships/image" Target="/ppt/media/image2.png" Id="Ra111accea0a94064" /><Relationship Type="http://schemas.openxmlformats.org/officeDocument/2006/relationships/image" Target="/ppt/media/image3.png" Id="R70f61ab3003a450b" /><Relationship Type="http://schemas.openxmlformats.org/officeDocument/2006/relationships/image" Target="/ppt/media/image4.png" Id="R07e3c6c255424041" /><Relationship Type="http://schemas.openxmlformats.org/officeDocument/2006/relationships/image" Target="/ppt/media/image5.png" Id="Raee10bcb8a264c8b" /><Relationship Type="http://schemas.openxmlformats.org/officeDocument/2006/relationships/image" Target="/ppt/media/image6.png" Id="R4e764dcc8b844a94" /><Relationship Type="http://schemas.openxmlformats.org/officeDocument/2006/relationships/image" Target="/ppt/media/image7.png" Id="R9d0e69770bf24e66" /><Relationship Type="http://schemas.openxmlformats.org/officeDocument/2006/relationships/image" Target="/ppt/media/image8.png" Id="Rf31e7c60d69044f3" /><Relationship Type="http://schemas.openxmlformats.org/officeDocument/2006/relationships/image" Target="/ppt/media/image9.png" Id="Rbcdba440d6794710" /><Relationship Type="http://schemas.openxmlformats.org/officeDocument/2006/relationships/notesSlide" Target="/ppt/notesSlides/notesSlide1.xml" Id="R59191a855ea94f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DA088E9-F671-4115-AE2D-A2F5FAD4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PROCESOS GAUSSIANOS</a:t>
            </a:r>
          </a:p>
        </p:txBody>
      </p:sp>
      <p:sp>
        <p:nvSpPr>
          <p:cNvPr id="2" name="step-label">
            <a:extLst xmlns:a="http://schemas.openxmlformats.org/drawingml/2006/main">
              <a:ext uri="{FF2B5EF4-FFF2-40B4-BE49-F238E27FC236}">
                <a16:creationId xmlns:a16="http://schemas.microsoft.com/office/drawing/2014/main" id="{51FD7BBF-EF5A-4D21-A455-697E5E48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PASO 6 DE 8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FCB3C9-EDA7-4C50-863F-0904FE80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7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47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Condicionar: del prior a la posterior</a:t>
            </a:r>
          </a:p>
        </p:txBody>
      </p:sp>
      <p:sp>
        <p:nvSpPr>
          <p:cNvPr id="4" name="idea">
            <a:extLst xmlns:a="http://schemas.openxmlformats.org/drawingml/2006/main">
              <a:ext uri="{FF2B5EF4-FFF2-40B4-BE49-F238E27FC236}">
                <a16:creationId xmlns:a16="http://schemas.microsoft.com/office/drawing/2014/main" id="{179437AA-032B-44F3-B472-3ED80883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63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463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Condicionamos la gaussiana conjunta a los datos observados.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57d98424e4f61"/>
          <a:stretch xmlns:a="http://schemas.openxmlformats.org/drawingml/2006/main"/>
        </p:blipFill>
        <p:spPr>
          <a:xfrm xmlns:a="http://schemas.openxmlformats.org/drawingml/2006/main">
            <a:off x="723900" y="2609850"/>
            <a:ext cx="4000500" cy="381684"/>
          </a:xfrm>
          <a:prstGeom xmlns:a="http://schemas.openxmlformats.org/drawingml/2006/main" prst="rect">
            <a:avLst/>
          </a:prstGeom>
        </p:spPr>
      </p:pic>
      <p:sp>
        <p:nvSpPr>
          <p:cNvPr id="6" name="left-rule">
            <a:extLst xmlns:a="http://schemas.openxmlformats.org/drawingml/2006/main">
              <a:ext uri="{FF2B5EF4-FFF2-40B4-BE49-F238E27FC236}">
                <a16:creationId xmlns:a16="http://schemas.microsoft.com/office/drawing/2014/main" id="{6341FA7D-CFF4-40B8-AE57-094F9CE1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7284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7" name="frase">
            <a:extLst xmlns:a="http://schemas.openxmlformats.org/drawingml/2006/main">
              <a:ext uri="{FF2B5EF4-FFF2-40B4-BE49-F238E27FC236}">
                <a16:creationId xmlns:a16="http://schemas.microsoft.com/office/drawing/2014/main" id="{5961B833-20EE-4723-8395-8AE3FD0A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734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08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La posterior concentra las funciones plausibles alrededor de lo observado.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1accea0a94064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61ab3003a450b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3c6c255424041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10bcb8a264c8b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64dcc8b844a94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e69770bf24e66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e7c60d69044f3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ba440d6794710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sp>
        <p:nvSpPr>
          <p:cNvPr id="16" name="fig-caption">
            <a:extLst xmlns:a="http://schemas.openxmlformats.org/drawingml/2006/main">
              <a:ext uri="{FF2B5EF4-FFF2-40B4-BE49-F238E27FC236}">
                <a16:creationId xmlns:a16="http://schemas.microsoft.com/office/drawing/2014/main" id="{328DFA03-C3EF-4599-A2CA-8601C900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638800"/>
            <a:ext cx="582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media posterior, banda de incertidumbre y muestras compatibles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DB565EF-C075-4B8F-B78A-9213EF32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96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827467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2026-07-04T00:38:30.7070000Z</dcterms:created>
  <dcterms:modified xsi:type="dcterms:W3CDTF">2026-07-04T00:38:30.7070000Z</dcterms:modified>
</coreProperties>
</file>