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0ad82f160404b" /><Relationship Type="http://schemas.openxmlformats.org/officeDocument/2006/relationships/extended-properties" Target="/docProps/app.xml" Id="R8356939fb32f487a" /><Relationship Type="http://schemas.openxmlformats.org/officeDocument/2006/relationships/officeDocument" Target="/ppt/presentation.xml" Id="R48b6c02586444d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2c919c205145a9"/>
  </p:sldMasterIdLst>
  <p:notesMasterIdLst>
    <p:notesMasterId xmlns:r="http://schemas.openxmlformats.org/officeDocument/2006/relationships" r:id="R3e596536baf44350"/>
  </p:notesMasterIdLst>
  <p:sldIdLst>
    <p:sldId xmlns:r="http://schemas.openxmlformats.org/officeDocument/2006/relationships" id="256" r:id="R376269d1d19642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4d7d7467674b60" /><Relationship Type="http://schemas.openxmlformats.org/officeDocument/2006/relationships/slideMaster" Target="/ppt/slideMasters/slideMaster1.xml" Id="Rf52c919c205145a9" /><Relationship Type="http://schemas.openxmlformats.org/officeDocument/2006/relationships/notesMaster" Target="/ppt/notesMasters/notesMaster1.xml" Id="R3e596536baf44350" /><Relationship Type="http://schemas.openxmlformats.org/officeDocument/2006/relationships/presProps" Target="/ppt/presProps.xml" Id="R226c4fc5e8d74a69" /><Relationship Type="http://schemas.openxmlformats.org/officeDocument/2006/relationships/tableStyles" Target="/ppt/tableStyles.xml" Id="R81defbdf41c9495c" /><Relationship Type="http://schemas.openxmlformats.org/officeDocument/2006/relationships/slide" Target="/ppt/slides/slide1.xml" Id="R376269d1d196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a6c397aad1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2b8b9ee1e840e6" /><Relationship Type="http://schemas.openxmlformats.org/officeDocument/2006/relationships/notesMaster" Target="/ppt/notesMasters/notesMaster1.xml" Id="Re7dcadc003854c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ab39daaae43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7e35447b234711" /><Relationship Type="http://schemas.openxmlformats.org/officeDocument/2006/relationships/slideLayout" Target="/ppt/slideLayouts/slideLayout1.xml" Id="R7b52714dcffd47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52714dcffd47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1a5db7b0f46d5" /><Relationship Type="http://schemas.openxmlformats.org/officeDocument/2006/relationships/image" Target="/ppt/media/image.png" Id="Rdb22d29eec844013" /><Relationship Type="http://schemas.openxmlformats.org/officeDocument/2006/relationships/image" Target="/ppt/media/image2.png" Id="R4387d5ad31494711" /><Relationship Type="http://schemas.openxmlformats.org/officeDocument/2006/relationships/image" Target="/ppt/media/image3.png" Id="R0b36e98ab8ad4a60" /><Relationship Type="http://schemas.openxmlformats.org/officeDocument/2006/relationships/image" Target="/ppt/media/image4.png" Id="R9dbc2c13196c4011" /><Relationship Type="http://schemas.openxmlformats.org/officeDocument/2006/relationships/image" Target="/ppt/media/image5.png" Id="R95fa07e286d04f5c" /><Relationship Type="http://schemas.openxmlformats.org/officeDocument/2006/relationships/notesSlide" Target="/ppt/notesSlides/notesSlide1.xml" Id="R24f07eb7211942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A27A51-1D5C-415F-8C77-ECD67B5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127467AB-FD5D-4768-90A4-F173CC0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PASO 8 DE 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85B545-8797-405F-A79D-E9C28659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kernel fija la regularidad plausible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ED6C64E1-2278-438E-8899-9CD0327E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Con los mismos datos, cada kernel asume una regularidad distinta.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2d29eec844013"/>
          <a:stretch xmlns:a="http://schemas.openxmlformats.org/drawingml/2006/main"/>
        </p:blipFill>
        <p:spPr>
          <a:xfrm xmlns:a="http://schemas.openxmlformats.org/drawingml/2006/main">
            <a:off x="723900" y="2609850"/>
            <a:ext cx="3333750" cy="412609"/>
          </a:xfrm>
          <a:prstGeom xmlns:a="http://schemas.openxmlformats.org/drawingml/2006/main" prst="rect">
            <a:avLst/>
          </a:prstGeom>
        </p:spPr>
      </p:pic>
      <p:sp>
        <p:nvSpPr>
          <p:cNvPr id="6" name="left-rule">
            <a:extLst xmlns:a="http://schemas.openxmlformats.org/drawingml/2006/main">
              <a:ext uri="{FF2B5EF4-FFF2-40B4-BE49-F238E27FC236}">
                <a16:creationId xmlns:a16="http://schemas.microsoft.com/office/drawing/2014/main" id="{2421B1B5-2610-40CF-A52B-CCC2D8B4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8209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7" name="frase">
            <a:extLst xmlns:a="http://schemas.openxmlformats.org/drawingml/2006/main">
              <a:ext uri="{FF2B5EF4-FFF2-40B4-BE49-F238E27FC236}">
                <a16:creationId xmlns:a16="http://schemas.microsoft.com/office/drawing/2014/main" id="{675A7BC4-6A4C-423E-989E-EE8F30BE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9659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Misma información, cuatro hipótesis de modelado: la familia de kernel decide qué puede aprender el GP.</a:t>
            </a:r>
          </a:p>
        </p:txBody>
      </p:sp>
      <p:sp>
        <p:nvSpPr>
          <p:cNvPr id="8" name="panel-label-panel_rbf">
            <a:extLst xmlns:a="http://schemas.openxmlformats.org/drawingml/2006/main">
              <a:ext uri="{FF2B5EF4-FFF2-40B4-BE49-F238E27FC236}">
                <a16:creationId xmlns:a16="http://schemas.microsoft.com/office/drawing/2014/main" id="{9222440F-3171-4BF0-991A-2505C7A2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38300"/>
            <a:ext cx="2800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1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RBF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7d5ad31494711"/>
          <a:stretch xmlns:a="http://schemas.openxmlformats.org/drawingml/2006/main"/>
        </p:blipFill>
        <p:spPr>
          <a:xfrm xmlns:a="http://schemas.openxmlformats.org/drawingml/2006/main">
            <a:off x="5676900" y="1809750"/>
            <a:ext cx="2800350" cy="1793974"/>
          </a:xfrm>
          <a:prstGeom xmlns:a="http://schemas.openxmlformats.org/drawingml/2006/main" prst="rect">
            <a:avLst/>
          </a:prstGeom>
        </p:spPr>
      </p:pic>
      <p:sp>
        <p:nvSpPr>
          <p:cNvPr id="10" name="panel-trait-panel_rbf">
            <a:extLst xmlns:a="http://schemas.openxmlformats.org/drawingml/2006/main">
              <a:ext uri="{FF2B5EF4-FFF2-40B4-BE49-F238E27FC236}">
                <a16:creationId xmlns:a16="http://schemas.microsoft.com/office/drawing/2014/main" id="{70E01FB0-7EDA-4925-8288-3B46072D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41824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infinitamente derivable: interpola muy suave y con banda contenida</a:t>
            </a:r>
          </a:p>
        </p:txBody>
      </p:sp>
      <p:sp>
        <p:nvSpPr>
          <p:cNvPr id="11" name="panel-label-panel_matern32">
            <a:extLst xmlns:a="http://schemas.openxmlformats.org/drawingml/2006/main">
              <a:ext uri="{FF2B5EF4-FFF2-40B4-BE49-F238E27FC236}">
                <a16:creationId xmlns:a16="http://schemas.microsoft.com/office/drawing/2014/main" id="{6B1660B6-E835-425D-B878-8C1B2599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38300"/>
            <a:ext cx="2800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1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Matérn 3/2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6e98ab8ad4a60"/>
          <a:stretch xmlns:a="http://schemas.openxmlformats.org/drawingml/2006/main"/>
        </p:blipFill>
        <p:spPr>
          <a:xfrm xmlns:a="http://schemas.openxmlformats.org/drawingml/2006/main">
            <a:off x="8705850" y="1809750"/>
            <a:ext cx="2800350" cy="1793974"/>
          </a:xfrm>
          <a:prstGeom xmlns:a="http://schemas.openxmlformats.org/drawingml/2006/main" prst="rect">
            <a:avLst/>
          </a:prstGeom>
        </p:spPr>
      </p:pic>
      <p:sp>
        <p:nvSpPr>
          <p:cNvPr id="13" name="panel-trait-panel_matern32">
            <a:extLst xmlns:a="http://schemas.openxmlformats.org/drawingml/2006/main">
              <a:ext uri="{FF2B5EF4-FFF2-40B4-BE49-F238E27FC236}">
                <a16:creationId xmlns:a16="http://schemas.microsoft.com/office/drawing/2014/main" id="{C7B3D0C5-B569-4D4B-A94F-510C546D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41824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una vez derivable: la incertidumbre crece deprisa entre datos</a:t>
            </a:r>
          </a:p>
        </p:txBody>
      </p:sp>
      <p:sp>
        <p:nvSpPr>
          <p:cNvPr id="14" name="panel-label-panel_matern52">
            <a:extLst xmlns:a="http://schemas.openxmlformats.org/drawingml/2006/main">
              <a:ext uri="{FF2B5EF4-FFF2-40B4-BE49-F238E27FC236}">
                <a16:creationId xmlns:a16="http://schemas.microsoft.com/office/drawing/2014/main" id="{A79689C5-4672-4D23-A0BF-DB571C7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41874"/>
            <a:ext cx="2800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1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Matérn 5/2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c2c13196c4011"/>
          <a:stretch xmlns:a="http://schemas.openxmlformats.org/drawingml/2006/main"/>
        </p:blipFill>
        <p:spPr>
          <a:xfrm xmlns:a="http://schemas.openxmlformats.org/drawingml/2006/main">
            <a:off x="5676900" y="4213324"/>
            <a:ext cx="2800350" cy="1793974"/>
          </a:xfrm>
          <a:prstGeom xmlns:a="http://schemas.openxmlformats.org/drawingml/2006/main" prst="rect">
            <a:avLst/>
          </a:prstGeom>
        </p:spPr>
      </p:pic>
      <p:sp>
        <p:nvSpPr>
          <p:cNvPr id="16" name="panel-trait-panel_matern52">
            <a:extLst xmlns:a="http://schemas.openxmlformats.org/drawingml/2006/main">
              <a:ext uri="{FF2B5EF4-FFF2-40B4-BE49-F238E27FC236}">
                <a16:creationId xmlns:a16="http://schemas.microsoft.com/office/drawing/2014/main" id="{9074D744-DBFB-4CF5-855A-BC09313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45398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dos veces derivable: compromiso entre suavidad y flexibilidad</a:t>
            </a:r>
          </a:p>
        </p:txBody>
      </p:sp>
      <p:sp>
        <p:nvSpPr>
          <p:cNvPr id="17" name="panel-label-panel_linear">
            <a:extLst xmlns:a="http://schemas.openxmlformats.org/drawingml/2006/main">
              <a:ext uri="{FF2B5EF4-FFF2-40B4-BE49-F238E27FC236}">
                <a16:creationId xmlns:a16="http://schemas.microsoft.com/office/drawing/2014/main" id="{F88A7A54-8FB8-4D5F-A915-6EB71670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41874"/>
            <a:ext cx="2800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1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Lineal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a07e286d04f5c"/>
          <a:stretch xmlns:a="http://schemas.openxmlformats.org/drawingml/2006/main"/>
        </p:blipFill>
        <p:spPr>
          <a:xfrm xmlns:a="http://schemas.openxmlformats.org/drawingml/2006/main">
            <a:off x="8705850" y="4213324"/>
            <a:ext cx="2800350" cy="1793974"/>
          </a:xfrm>
          <a:prstGeom xmlns:a="http://schemas.openxmlformats.org/drawingml/2006/main" prst="rect">
            <a:avLst/>
          </a:prstGeom>
        </p:spPr>
      </p:pic>
      <p:sp>
        <p:nvSpPr>
          <p:cNvPr id="19" name="panel-trait-panel_linear">
            <a:extLst xmlns:a="http://schemas.openxmlformats.org/drawingml/2006/main">
              <a:ext uri="{FF2B5EF4-FFF2-40B4-BE49-F238E27FC236}">
                <a16:creationId xmlns:a16="http://schemas.microsoft.com/office/drawing/2014/main" id="{C06F0122-C896-48BA-B2CE-ED7154C6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045398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solo tendencia global: no puede representar un paisaje multimodal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3B0C3F-EC13-4635-8CE8-A52C0259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5877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2026-07-04T00:38:31.5900000Z</dcterms:created>
  <dcterms:modified xsi:type="dcterms:W3CDTF">2026-07-04T00:38:31.5900000Z</dcterms:modified>
</coreProperties>
</file>