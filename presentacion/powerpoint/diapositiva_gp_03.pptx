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85fdce17a84e2a" /><Relationship Type="http://schemas.openxmlformats.org/officeDocument/2006/relationships/extended-properties" Target="/docProps/app.xml" Id="R87b0a514b6714a38" /><Relationship Type="http://schemas.openxmlformats.org/officeDocument/2006/relationships/officeDocument" Target="/ppt/presentation.xml" Id="Rf758b2f054d04f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f094a989fc44aa"/>
  </p:sldMasterIdLst>
  <p:notesMasterIdLst>
    <p:notesMasterId xmlns:r="http://schemas.openxmlformats.org/officeDocument/2006/relationships" r:id="Raa2164929df84c0e"/>
  </p:notesMasterIdLst>
  <p:sldIdLst>
    <p:sldId xmlns:r="http://schemas.openxmlformats.org/officeDocument/2006/relationships" id="256" r:id="R9f8248984c654b6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f6c5305f2f4b77" /><Relationship Type="http://schemas.openxmlformats.org/officeDocument/2006/relationships/slideMaster" Target="/ppt/slideMasters/slideMaster1.xml" Id="R42f094a989fc44aa" /><Relationship Type="http://schemas.openxmlformats.org/officeDocument/2006/relationships/notesMaster" Target="/ppt/notesMasters/notesMaster1.xml" Id="Raa2164929df84c0e" /><Relationship Type="http://schemas.openxmlformats.org/officeDocument/2006/relationships/presProps" Target="/ppt/presProps.xml" Id="R1a0467e8217248f2" /><Relationship Type="http://schemas.openxmlformats.org/officeDocument/2006/relationships/tableStyles" Target="/ppt/tableStyles.xml" Id="Re25383046e474729" /><Relationship Type="http://schemas.openxmlformats.org/officeDocument/2006/relationships/slide" Target="/ppt/slides/slide1.xml" Id="R9f8248984c654b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a4e35ad78942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7e863786e846d1" /><Relationship Type="http://schemas.openxmlformats.org/officeDocument/2006/relationships/notesMaster" Target="/ppt/notesMasters/notesMaster1.xml" Id="R283b2c6e5aa24a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4d43f600cd4e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a7c740b81a4502" /><Relationship Type="http://schemas.openxmlformats.org/officeDocument/2006/relationships/slideLayout" Target="/ppt/slideLayouts/slideLayout1.xml" Id="R2278962e646c4b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78962e646c4b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a24d74f454090" /><Relationship Type="http://schemas.openxmlformats.org/officeDocument/2006/relationships/image" Target="/ppt/media/image.png" Id="Re030f7aea7344d63" /><Relationship Type="http://schemas.openxmlformats.org/officeDocument/2006/relationships/image" Target="/ppt/media/image2.png" Id="Ra51ec10ff9b44932" /><Relationship Type="http://schemas.openxmlformats.org/officeDocument/2006/relationships/image" Target="/ppt/media/image3.png" Id="R59fe4198741f449d" /><Relationship Type="http://schemas.openxmlformats.org/officeDocument/2006/relationships/image" Target="/ppt/media/image4.png" Id="R46cb487f373a4598" /><Relationship Type="http://schemas.openxmlformats.org/officeDocument/2006/relationships/image" Target="/ppt/media/image5.png" Id="R90622e22fd394738" /><Relationship Type="http://schemas.openxmlformats.org/officeDocument/2006/relationships/image" Target="/ppt/media/image6.png" Id="R1b544672f4ec4f29" /><Relationship Type="http://schemas.openxmlformats.org/officeDocument/2006/relationships/notesSlide" Target="/ppt/notesSlides/notesSlide1.xml" Id="R48eb21eb26c34b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B6816C4-186D-4B2B-A199-C9DACE13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PROCESOS GAUSSIANOS</a:t>
            </a:r>
          </a:p>
        </p:txBody>
      </p:sp>
      <p:sp>
        <p:nvSpPr>
          <p:cNvPr id="2" name="step-label">
            <a:extLst xmlns:a="http://schemas.openxmlformats.org/drawingml/2006/main">
              <a:ext uri="{FF2B5EF4-FFF2-40B4-BE49-F238E27FC236}">
                <a16:creationId xmlns:a16="http://schemas.microsoft.com/office/drawing/2014/main" id="{473BA5CD-CDBC-48BB-A699-DBED0734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76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38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PASO 3 DE 8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105784-E480-4319-BD85-5032ECA0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47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247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Prior: una distribución sobre funciones</a:t>
            </a:r>
          </a:p>
        </p:txBody>
      </p:sp>
      <p:sp>
        <p:nvSpPr>
          <p:cNvPr id="4" name="idea">
            <a:extLst xmlns:a="http://schemas.openxmlformats.org/drawingml/2006/main">
              <a:ext uri="{FF2B5EF4-FFF2-40B4-BE49-F238E27FC236}">
                <a16:creationId xmlns:a16="http://schemas.microsoft.com/office/drawing/2014/main" id="{08037CFC-2F21-4EF1-86CA-8F6BD88A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63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463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Ya no trabajamos con pesos explícitos, sino con funciones plausibles.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0f7aea7344d63"/>
          <a:stretch xmlns:a="http://schemas.openxmlformats.org/drawingml/2006/main"/>
        </p:blipFill>
        <p:spPr>
          <a:xfrm xmlns:a="http://schemas.openxmlformats.org/drawingml/2006/main">
            <a:off x="723900" y="2609850"/>
            <a:ext cx="3238500" cy="387573"/>
          </a:xfrm>
          <a:prstGeom xmlns:a="http://schemas.openxmlformats.org/drawingml/2006/main" prst="rect">
            <a:avLst/>
          </a:prstGeom>
        </p:spPr>
      </p:pic>
      <p:sp>
        <p:nvSpPr>
          <p:cNvPr id="6" name="left-rule">
            <a:extLst xmlns:a="http://schemas.openxmlformats.org/drawingml/2006/main">
              <a:ext uri="{FF2B5EF4-FFF2-40B4-BE49-F238E27FC236}">
                <a16:creationId xmlns:a16="http://schemas.microsoft.com/office/drawing/2014/main" id="{F883511A-615F-441E-8CC3-B0BDB823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3173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7" name="frase">
            <a:extLst xmlns:a="http://schemas.openxmlformats.org/drawingml/2006/main">
              <a:ext uri="{FF2B5EF4-FFF2-40B4-BE49-F238E27FC236}">
                <a16:creationId xmlns:a16="http://schemas.microsoft.com/office/drawing/2014/main" id="{E15AF162-10FB-4DAB-BE85-0653B0FC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4623"/>
            <a:ext cx="438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8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108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Antes de observar datos, el GP es un prior: media y variabilidad definidas por m y k.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1ec10ff9b44932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fe4198741f449d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b487f373a4598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622e22fd394738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44672f4ec4f29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sp>
        <p:nvSpPr>
          <p:cNvPr id="13" name="fig-caption">
            <a:extLst xmlns:a="http://schemas.openxmlformats.org/drawingml/2006/main">
              <a:ext uri="{FF2B5EF4-FFF2-40B4-BE49-F238E27FC236}">
                <a16:creationId xmlns:a16="http://schemas.microsoft.com/office/drawing/2014/main" id="{1D314F31-0F18-41F4-98F1-9D893928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638800"/>
            <a:ext cx="582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media del prior, banda de variabilidad y muestras</a:t>
            </a:r>
          </a:p>
        </p:txBody>
      </p:sp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8B3A4D1-34F9-4EB7-A5ED-70CA16FC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960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5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614541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2026-07-04T00:38:29.6020000Z</dcterms:created>
  <dcterms:modified xsi:type="dcterms:W3CDTF">2026-07-04T00:38:29.6020000Z</dcterms:modified>
</coreProperties>
</file>