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7156b4f72745ad" /><Relationship Type="http://schemas.openxmlformats.org/officeDocument/2006/relationships/extended-properties" Target="/docProps/app.xml" Id="Rb78928c4ccea4a3b" /><Relationship Type="http://schemas.openxmlformats.org/officeDocument/2006/relationships/officeDocument" Target="/ppt/presentation.xml" Id="Rfc27f0fe255b4c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141508d6354971"/>
  </p:sldMasterIdLst>
  <p:notesMasterIdLst>
    <p:notesMasterId xmlns:r="http://schemas.openxmlformats.org/officeDocument/2006/relationships" r:id="Radfe4069719c4038"/>
  </p:notesMasterIdLst>
  <p:sldIdLst>
    <p:sldId xmlns:r="http://schemas.openxmlformats.org/officeDocument/2006/relationships" id="256" r:id="R2a442c11f66c45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a67ee183f7492d" /><Relationship Type="http://schemas.openxmlformats.org/officeDocument/2006/relationships/slideMaster" Target="/ppt/slideMasters/slideMaster1.xml" Id="R3e141508d6354971" /><Relationship Type="http://schemas.openxmlformats.org/officeDocument/2006/relationships/notesMaster" Target="/ppt/notesMasters/notesMaster1.xml" Id="Radfe4069719c4038" /><Relationship Type="http://schemas.openxmlformats.org/officeDocument/2006/relationships/presProps" Target="/ppt/presProps.xml" Id="R31367c9ab51846f2" /><Relationship Type="http://schemas.openxmlformats.org/officeDocument/2006/relationships/tableStyles" Target="/ppt/tableStyles.xml" Id="R00f76dcb1d9a4cc0" /><Relationship Type="http://schemas.openxmlformats.org/officeDocument/2006/relationships/slide" Target="/ppt/slides/slide1.xml" Id="R2a442c11f66c45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c7bf0948be45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04d19fc88243db" /><Relationship Type="http://schemas.openxmlformats.org/officeDocument/2006/relationships/notesMaster" Target="/ppt/notesMasters/notesMaster1.xml" Id="R76363dc91adc49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c81dc02d048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c37aa35e24494" /><Relationship Type="http://schemas.openxmlformats.org/officeDocument/2006/relationships/slideLayout" Target="/ppt/slideLayouts/slideLayout1.xml" Id="R47c31b07df0a4c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c31b07df0a4c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ed1f951b04668" /><Relationship Type="http://schemas.openxmlformats.org/officeDocument/2006/relationships/notesSlide" Target="/ppt/notesSlides/notesSlide1.xml" Id="Rc12683d3ce8f4d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DF26E51-98E3-49C0-B4A5-2D66718E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· ENTOMOTIVE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47F12D-6B15-4A2F-A530-97D5507C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 Excel experimental a dataset modelable</a:t>
            </a:r>
          </a:p>
        </p:txBody>
      </p:sp>
      <p:sp>
        <p:nvSpPr>
          <p:cNvPr id="3" name="message">
            <a:extLst xmlns:a="http://schemas.openxmlformats.org/drawingml/2006/main">
              <a:ext uri="{FF2B5EF4-FFF2-40B4-BE49-F238E27FC236}">
                <a16:creationId xmlns:a16="http://schemas.microsoft.com/office/drawing/2014/main" id="{D0146193-654B-4B39-90E6-989A9BB2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preprocesamiento integra varias hojas experimentales en una única tabla por réplica, con entradas y objetivos listos para modelar.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2F99955-296F-4912-A3EE-18D8C639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19</a:t>
            </a:r>
          </a:p>
        </p:txBody>
      </p:sp>
      <p:sp>
        <p:nvSpPr>
          <p:cNvPr id="5" name="sheet-2">
            <a:extLst xmlns:a="http://schemas.openxmlformats.org/drawingml/2006/main">
              <a:ext uri="{FF2B5EF4-FFF2-40B4-BE49-F238E27FC236}">
                <a16:creationId xmlns:a16="http://schemas.microsoft.com/office/drawing/2014/main" id="{1281CA65-8C45-46BE-9022-16AB2263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2573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6" name="sheet-1">
            <a:extLst xmlns:a="http://schemas.openxmlformats.org/drawingml/2006/main">
              <a:ext uri="{FF2B5EF4-FFF2-40B4-BE49-F238E27FC236}">
                <a16:creationId xmlns:a16="http://schemas.microsoft.com/office/drawing/2014/main" id="{20BD066F-E902-41C0-9AA9-FA4ED555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28825"/>
            <a:ext cx="12573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7" name="sheet-0">
            <a:extLst xmlns:a="http://schemas.openxmlformats.org/drawingml/2006/main">
              <a:ext uri="{FF2B5EF4-FFF2-40B4-BE49-F238E27FC236}">
                <a16:creationId xmlns:a16="http://schemas.microsoft.com/office/drawing/2014/main" id="{BD49089E-A896-41DE-9A28-3D52A5AD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2573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478">
            <a:solidFill>
              <a:srgbClr val="174C5B"/>
            </a:solidFill>
            <a:prstDash val="solid"/>
          </a:ln>
        </p:spPr>
      </p:sp>
      <p:sp>
        <p:nvSpPr>
          <p:cNvPr id="8" name="sheet-bar">
            <a:extLst xmlns:a="http://schemas.openxmlformats.org/drawingml/2006/main">
              <a:ext uri="{FF2B5EF4-FFF2-40B4-BE49-F238E27FC236}">
                <a16:creationId xmlns:a16="http://schemas.microsoft.com/office/drawing/2014/main" id="{64F3557E-195D-4C91-95AF-60F7136E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81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eet-line-0">
            <a:extLst xmlns:a="http://schemas.openxmlformats.org/drawingml/2006/main">
              <a:ext uri="{FF2B5EF4-FFF2-40B4-BE49-F238E27FC236}">
                <a16:creationId xmlns:a16="http://schemas.microsoft.com/office/drawing/2014/main" id="{9BD72E34-5ED2-41E0-9CAB-60094256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CCC0"/>
            </a:solidFill>
            <a:prstDash val="solid"/>
          </a:ln>
        </p:spPr>
      </p:sp>
      <p:sp>
        <p:nvSpPr>
          <p:cNvPr id="10" name="sheet-line-1">
            <a:extLst xmlns:a="http://schemas.openxmlformats.org/drawingml/2006/main">
              <a:ext uri="{FF2B5EF4-FFF2-40B4-BE49-F238E27FC236}">
                <a16:creationId xmlns:a16="http://schemas.microsoft.com/office/drawing/2014/main" id="{CFD3B580-6680-42DC-AE39-E812F4D4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CCC0"/>
            </a:solidFill>
            <a:prstDash val="solid"/>
          </a:ln>
        </p:spPr>
      </p:sp>
      <p:sp>
        <p:nvSpPr>
          <p:cNvPr id="11" name="sheet-line-2">
            <a:extLst xmlns:a="http://schemas.openxmlformats.org/drawingml/2006/main">
              <a:ext uri="{FF2B5EF4-FFF2-40B4-BE49-F238E27FC236}">
                <a16:creationId xmlns:a16="http://schemas.microsoft.com/office/drawing/2014/main" id="{89758FCD-5644-4FA6-B822-D16C86A6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CCC0"/>
            </a:solidFill>
            <a:prstDash val="solid"/>
          </a:ln>
        </p:spPr>
      </p:sp>
      <p:sp>
        <p:nvSpPr>
          <p:cNvPr id="12" name="sheet-line-3">
            <a:extLst xmlns:a="http://schemas.openxmlformats.org/drawingml/2006/main">
              <a:ext uri="{FF2B5EF4-FFF2-40B4-BE49-F238E27FC236}">
                <a16:creationId xmlns:a16="http://schemas.microsoft.com/office/drawing/2014/main" id="{6CFCBAB8-2379-4725-A83D-75F6086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CCC0"/>
            </a:solidFill>
            <a:prstDash val="solid"/>
          </a:ln>
        </p:spPr>
      </p:sp>
      <p:sp>
        <p:nvSpPr>
          <p:cNvPr id="13" name="sheet-title">
            <a:extLst xmlns:a="http://schemas.openxmlformats.org/drawingml/2006/main">
              <a:ext uri="{FF2B5EF4-FFF2-40B4-BE49-F238E27FC236}">
                <a16:creationId xmlns:a16="http://schemas.microsoft.com/office/drawing/2014/main" id="{726A4C97-ADF9-4E73-AD8B-966F2033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013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Hojas experimentales</a:t>
            </a:r>
          </a:p>
        </p:txBody>
      </p:sp>
      <p:sp>
        <p:nvSpPr>
          <p:cNvPr id="14" name="sheet-sub">
            <a:extLst xmlns:a="http://schemas.openxmlformats.org/drawingml/2006/main">
              <a:ext uri="{FF2B5EF4-FFF2-40B4-BE49-F238E27FC236}">
                <a16:creationId xmlns:a16="http://schemas.microsoft.com/office/drawing/2014/main" id="{E445CD58-EC0D-441A-9B53-1C981C9B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25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productividad · composición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825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larvas · TPC</a:t>
            </a:r>
          </a:p>
        </p:txBody>
      </p:sp>
      <p:sp>
        <p:nvSpPr>
          <p:cNvPr id="15" name="arrow-1">
            <a:extLst xmlns:a="http://schemas.openxmlformats.org/drawingml/2006/main">
              <a:ext uri="{FF2B5EF4-FFF2-40B4-BE49-F238E27FC236}">
                <a16:creationId xmlns:a16="http://schemas.microsoft.com/office/drawing/2014/main" id="{6605C468-97A9-43AA-B893-5B963DEB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003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80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16" name="blk-clean">
            <a:extLst xmlns:a="http://schemas.openxmlformats.org/drawingml/2006/main">
              <a:ext uri="{FF2B5EF4-FFF2-40B4-BE49-F238E27FC236}">
                <a16:creationId xmlns:a16="http://schemas.microsoft.com/office/drawing/2014/main" id="{14CFDA3F-9130-4C5D-860F-E3A17DD0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383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17" name="blk-bar-clean">
            <a:extLst xmlns:a="http://schemas.openxmlformats.org/drawingml/2006/main">
              <a:ext uri="{FF2B5EF4-FFF2-40B4-BE49-F238E27FC236}">
                <a16:creationId xmlns:a16="http://schemas.microsoft.com/office/drawing/2014/main" id="{A7AE2DF4-6757-4229-9299-9BBE29CD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285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lk-title-clean">
            <a:extLst xmlns:a="http://schemas.openxmlformats.org/drawingml/2006/main">
              <a:ext uri="{FF2B5EF4-FFF2-40B4-BE49-F238E27FC236}">
                <a16:creationId xmlns:a16="http://schemas.microsoft.com/office/drawing/2014/main" id="{9A2E584C-5984-4803-9630-2EB151EA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8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Limpieza común</a:t>
            </a:r>
          </a:p>
        </p:txBody>
      </p:sp>
      <p:sp>
        <p:nvSpPr>
          <p:cNvPr id="19" name="blk-sub-clean">
            <a:extLst xmlns:a="http://schemas.openxmlformats.org/drawingml/2006/main">
              <a:ext uri="{FF2B5EF4-FFF2-40B4-BE49-F238E27FC236}">
                <a16:creationId xmlns:a16="http://schemas.microsoft.com/office/drawing/2014/main" id="{9E5CF382-ED38-4B76-AC6A-7BC8BA8D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nombres · tratamientos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variables</a:t>
            </a:r>
          </a:p>
        </p:txBody>
      </p:sp>
      <p:sp>
        <p:nvSpPr>
          <p:cNvPr id="20" name="arrow-blk-0">
            <a:extLst xmlns:a="http://schemas.openxmlformats.org/drawingml/2006/main">
              <a:ext uri="{FF2B5EF4-FFF2-40B4-BE49-F238E27FC236}">
                <a16:creationId xmlns:a16="http://schemas.microsoft.com/office/drawing/2014/main" id="{D8AB9FB4-7A37-4CF9-B8B7-A9CB8971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03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80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21" name="blk-rep">
            <a:extLst xmlns:a="http://schemas.openxmlformats.org/drawingml/2006/main">
              <a:ext uri="{FF2B5EF4-FFF2-40B4-BE49-F238E27FC236}">
                <a16:creationId xmlns:a16="http://schemas.microsoft.com/office/drawing/2014/main" id="{20A9EA72-11F4-4EF6-B19B-F81FD554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22" name="blk-bar-rep">
            <a:extLst xmlns:a="http://schemas.openxmlformats.org/drawingml/2006/main">
              <a:ext uri="{FF2B5EF4-FFF2-40B4-BE49-F238E27FC236}">
                <a16:creationId xmlns:a16="http://schemas.microsoft.com/office/drawing/2014/main" id="{318C1614-28B6-42D4-A873-0632F52E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285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lk-title-rep">
            <a:extLst xmlns:a="http://schemas.openxmlformats.org/drawingml/2006/main">
              <a:ext uri="{FF2B5EF4-FFF2-40B4-BE49-F238E27FC236}">
                <a16:creationId xmlns:a16="http://schemas.microsoft.com/office/drawing/2014/main" id="{7804785C-7DB8-4679-8EB1-3C824834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8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Réplicas</a:t>
            </a:r>
          </a:p>
        </p:txBody>
      </p:sp>
      <p:sp>
        <p:nvSpPr>
          <p:cNvPr id="24" name="blk-sub-rep">
            <a:extLst xmlns:a="http://schemas.openxmlformats.org/drawingml/2006/main">
              <a:ext uri="{FF2B5EF4-FFF2-40B4-BE49-F238E27FC236}">
                <a16:creationId xmlns:a16="http://schemas.microsoft.com/office/drawing/2014/main" id="{AA35992C-AA23-4D86-A480-63C780BA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identificación por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dieta y lote</a:t>
            </a:r>
          </a:p>
        </p:txBody>
      </p:sp>
      <p:sp>
        <p:nvSpPr>
          <p:cNvPr id="25" name="arrow-blk-1">
            <a:extLst xmlns:a="http://schemas.openxmlformats.org/drawingml/2006/main">
              <a:ext uri="{FF2B5EF4-FFF2-40B4-BE49-F238E27FC236}">
                <a16:creationId xmlns:a16="http://schemas.microsoft.com/office/drawing/2014/main" id="{D951A6F1-8A9C-4895-88B1-CD4FF749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80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26" name="blk-meta">
            <a:extLst xmlns:a="http://schemas.openxmlformats.org/drawingml/2006/main">
              <a:ext uri="{FF2B5EF4-FFF2-40B4-BE49-F238E27FC236}">
                <a16:creationId xmlns:a16="http://schemas.microsoft.com/office/drawing/2014/main" id="{7E90D750-C4C7-4F0F-B7BA-45E0A4A8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4CCC0"/>
            </a:solidFill>
            <a:prstDash val="solid"/>
          </a:ln>
        </p:spPr>
      </p:sp>
      <p:sp>
        <p:nvSpPr>
          <p:cNvPr id="27" name="blk-bar-meta">
            <a:extLst xmlns:a="http://schemas.openxmlformats.org/drawingml/2006/main">
              <a:ext uri="{FF2B5EF4-FFF2-40B4-BE49-F238E27FC236}">
                <a16:creationId xmlns:a16="http://schemas.microsoft.com/office/drawing/2014/main" id="{23DA68C4-BE1A-4B30-9D82-938FBE34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85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lk-title-meta">
            <a:extLst xmlns:a="http://schemas.openxmlformats.org/drawingml/2006/main">
              <a:ext uri="{FF2B5EF4-FFF2-40B4-BE49-F238E27FC236}">
                <a16:creationId xmlns:a16="http://schemas.microsoft.com/office/drawing/2014/main" id="{58E6A79F-B38D-4D13-9B77-A5C3A5DB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241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88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88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Metadatos de dieta</a:t>
            </a:r>
          </a:p>
        </p:txBody>
      </p:sp>
      <p:sp>
        <p:nvSpPr>
          <p:cNvPr id="29" name="blk-sub-meta">
            <a:extLst xmlns:a="http://schemas.openxmlformats.org/drawingml/2006/main">
              <a:ext uri="{FF2B5EF4-FFF2-40B4-BE49-F238E27FC236}">
                <a16:creationId xmlns:a16="http://schemas.microsoft.com/office/drawing/2014/main" id="{1F533923-A5A5-4A1F-8EB9-B035C69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subproducto (one-hot)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inclusión · dieta</a:t>
            </a:r>
          </a:p>
        </p:txBody>
      </p:sp>
      <p:sp>
        <p:nvSpPr>
          <p:cNvPr id="30" name="arrow-final">
            <a:extLst xmlns:a="http://schemas.openxmlformats.org/drawingml/2006/main">
              <a:ext uri="{FF2B5EF4-FFF2-40B4-BE49-F238E27FC236}">
                <a16:creationId xmlns:a16="http://schemas.microsoft.com/office/drawing/2014/main" id="{9A7E498B-1714-414F-B332-9218CC94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03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80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31" name="table-frame">
            <a:extLst xmlns:a="http://schemas.openxmlformats.org/drawingml/2006/main">
              <a:ext uri="{FF2B5EF4-FFF2-40B4-BE49-F238E27FC236}">
                <a16:creationId xmlns:a16="http://schemas.microsoft.com/office/drawing/2014/main" id="{40F1C49C-74FF-4F8C-B4F0-B4A4E0AC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2857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2383">
            <a:solidFill>
              <a:srgbClr val="2F7D6D"/>
            </a:solidFill>
            <a:prstDash val="solid"/>
          </a:ln>
        </p:spPr>
      </p:sp>
      <p:sp>
        <p:nvSpPr>
          <p:cNvPr id="32" name="table-bar">
            <a:extLst xmlns:a="http://schemas.openxmlformats.org/drawingml/2006/main">
              <a:ext uri="{FF2B5EF4-FFF2-40B4-BE49-F238E27FC236}">
                <a16:creationId xmlns:a16="http://schemas.microsoft.com/office/drawing/2014/main" id="{6FE57A09-EB30-4DAB-A390-8FF92B5C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526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able-title">
            <a:extLst xmlns:a="http://schemas.openxmlformats.org/drawingml/2006/main">
              <a:ext uri="{FF2B5EF4-FFF2-40B4-BE49-F238E27FC236}">
                <a16:creationId xmlns:a16="http://schemas.microsoft.com/office/drawing/2014/main" id="{49EC4E0B-F284-4AA2-847C-656930C1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 i="0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Dataset final modelable</a:t>
            </a:r>
          </a:p>
        </p:txBody>
      </p:sp>
      <p:sp>
        <p:nvSpPr>
          <p:cNvPr id="34" name="col-head-x">
            <a:extLst xmlns:a="http://schemas.openxmlformats.org/drawingml/2006/main">
              <a:ext uri="{FF2B5EF4-FFF2-40B4-BE49-F238E27FC236}">
                <a16:creationId xmlns:a16="http://schemas.microsoft.com/office/drawing/2014/main" id="{9530FB64-E23D-49E7-9690-704D32BC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908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63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X entradas</a:t>
            </a:r>
          </a:p>
        </p:txBody>
      </p:sp>
      <p:sp>
        <p:nvSpPr>
          <p:cNvPr id="35" name="col-items-x">
            <a:extLst xmlns:a="http://schemas.openxmlformats.org/drawingml/2006/main">
              <a:ext uri="{FF2B5EF4-FFF2-40B4-BE49-F238E27FC236}">
                <a16:creationId xmlns:a16="http://schemas.microsoft.com/office/drawing/2014/main" id="{D584EC7C-166C-4E86-B7BA-2CB5F6B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1123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composición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inclusión %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subproducto (one-hot)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TPC · ratios</a:t>
            </a:r>
          </a:p>
        </p:txBody>
      </p:sp>
      <p:sp>
        <p:nvSpPr>
          <p:cNvPr id="36" name="col-head-y">
            <a:extLst xmlns:a="http://schemas.openxmlformats.org/drawingml/2006/main">
              <a:ext uri="{FF2B5EF4-FFF2-40B4-BE49-F238E27FC236}">
                <a16:creationId xmlns:a16="http://schemas.microsoft.com/office/drawing/2014/main" id="{3F1D0116-CB75-475F-8ADE-FE65AB71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63" b="1" i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y objetivos</a:t>
            </a:r>
          </a:p>
        </p:txBody>
      </p:sp>
      <p:sp>
        <p:nvSpPr>
          <p:cNvPr id="37" name="col-items-y">
            <a:extLst xmlns:a="http://schemas.openxmlformats.org/drawingml/2006/main">
              <a:ext uri="{FF2B5EF4-FFF2-40B4-BE49-F238E27FC236}">
                <a16:creationId xmlns:a16="http://schemas.microsoft.com/office/drawing/2014/main" id="{812086B8-E464-4D8D-BA03-B84507D4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FCR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quitina (%)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proteína (%)</a:t>
            </a:r>
          </a:p>
        </p:txBody>
      </p:sp>
      <p:sp>
        <p:nvSpPr>
          <p:cNvPr id="38" name="col-head-g">
            <a:extLst xmlns:a="http://schemas.openxmlformats.org/drawingml/2006/main">
              <a:ext uri="{FF2B5EF4-FFF2-40B4-BE49-F238E27FC236}">
                <a16:creationId xmlns:a16="http://schemas.microsoft.com/office/drawing/2014/main" id="{37CE615B-231F-4B8E-B482-482814C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908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863" b="1" i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grupo</a:t>
            </a:r>
          </a:p>
        </p:txBody>
      </p:sp>
      <p:sp>
        <p:nvSpPr>
          <p:cNvPr id="39" name="col-items-g">
            <a:extLst xmlns:a="http://schemas.openxmlformats.org/drawingml/2006/main">
              <a:ext uri="{FF2B5EF4-FFF2-40B4-BE49-F238E27FC236}">
                <a16:creationId xmlns:a16="http://schemas.microsoft.com/office/drawing/2014/main" id="{D548130D-B30B-4520-BF1D-A8E8B29C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81300"/>
            <a:ext cx="57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dieta</a:t>
            </a:r>
          </a:p>
        </p:txBody>
      </p:sp>
      <p:sp>
        <p:nvSpPr>
          <p:cNvPr id="40" name="table-col-sep-1">
            <a:extLst xmlns:a="http://schemas.openxmlformats.org/drawingml/2006/main">
              <a:ext uri="{FF2B5EF4-FFF2-40B4-BE49-F238E27FC236}">
                <a16:creationId xmlns:a16="http://schemas.microsoft.com/office/drawing/2014/main" id="{7168F04B-FA91-4AD7-A2D4-9F847362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41" name="table-col-sep-2">
            <a:extLst xmlns:a="http://schemas.openxmlformats.org/drawingml/2006/main">
              <a:ext uri="{FF2B5EF4-FFF2-40B4-BE49-F238E27FC236}">
                <a16:creationId xmlns:a16="http://schemas.microsoft.com/office/drawing/2014/main" id="{FA4E7869-B0B9-474E-87CA-0C25B471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4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6B7AA5BF-3C69-4262-91D6-7724D915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43" name="closing-strong">
            <a:extLst xmlns:a="http://schemas.openxmlformats.org/drawingml/2006/main">
              <a:ext uri="{FF2B5EF4-FFF2-40B4-BE49-F238E27FC236}">
                <a16:creationId xmlns:a16="http://schemas.microsoft.com/office/drawing/2014/main" id="{793E1F1B-4A73-430A-8776-6A2B29C7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75" b="1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Cada fila final</a:t>
            </a:r>
          </a:p>
        </p:txBody>
      </p:sp>
      <p:sp>
        <p:nvSpPr>
          <p:cNvPr id="44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4DFAEE79-BCAC-44B7-9944-5AB0F19C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29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 i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describe una réplica experimental y conserva la dieta a la que pertenece.</a:t>
            </a:r>
          </a:p>
        </p:txBody>
      </p:sp>
      <p:sp>
        <p:nvSpPr>
          <p:cNvPr id="45" name="method-note">
            <a:extLst xmlns:a="http://schemas.openxmlformats.org/drawingml/2006/main">
              <a:ext uri="{FF2B5EF4-FFF2-40B4-BE49-F238E27FC236}">
                <a16:creationId xmlns:a16="http://schemas.microsoft.com/office/drawing/2014/main" id="{A0BD43C9-8A0B-44E1-9AA8-DFE0230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75" b="0" i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El modelo no usa el nombre de la dieta, sino sus variables: composición, porcentaje de inclusión y tipo de subproducto.</a:t>
            </a:r>
          </a:p>
        </p:txBody>
      </p:sp>
    </p:spTree>
    <p:extLst>
      <p:ext uri="{BB962C8B-B14F-4D97-AF65-F5344CB8AC3E}">
        <p14:creationId xmlns:p14="http://schemas.microsoft.com/office/powerpoint/2010/main" val="1483549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2026-07-04T01:15:58.5130000Z</dcterms:created>
  <dcterms:modified xsi:type="dcterms:W3CDTF">2026-07-04T01:15:58.5130000Z</dcterms:modified>
</coreProperties>
</file>