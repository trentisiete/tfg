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bc56822c44bb3" /><Relationship Type="http://schemas.openxmlformats.org/officeDocument/2006/relationships/extended-properties" Target="/docProps/app.xml" Id="Ra6d22eb303c443bd" /><Relationship Type="http://schemas.openxmlformats.org/officeDocument/2006/relationships/officeDocument" Target="/ppt/presentation.xml" Id="R9ee1cd822201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510250e20b40e7"/>
  </p:sldMasterIdLst>
  <p:notesMasterIdLst>
    <p:notesMasterId xmlns:r="http://schemas.openxmlformats.org/officeDocument/2006/relationships" r:id="R7acbf5e574bc4989"/>
  </p:notesMasterIdLst>
  <p:sldIdLst>
    <p:sldId xmlns:r="http://schemas.openxmlformats.org/officeDocument/2006/relationships" id="256" r:id="Rbe593b24403941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f0f0bcd0bd4d42" /><Relationship Type="http://schemas.openxmlformats.org/officeDocument/2006/relationships/slideMaster" Target="/ppt/slideMasters/slideMaster1.xml" Id="R16510250e20b40e7" /><Relationship Type="http://schemas.openxmlformats.org/officeDocument/2006/relationships/notesMaster" Target="/ppt/notesMasters/notesMaster1.xml" Id="R7acbf5e574bc4989" /><Relationship Type="http://schemas.openxmlformats.org/officeDocument/2006/relationships/presProps" Target="/ppt/presProps.xml" Id="Rce5bc5bbd5ea4c00" /><Relationship Type="http://schemas.openxmlformats.org/officeDocument/2006/relationships/tableStyles" Target="/ppt/tableStyles.xml" Id="R2dedba53c7e84938" /><Relationship Type="http://schemas.openxmlformats.org/officeDocument/2006/relationships/slide" Target="/ppt/slides/slide1.xml" Id="Rbe593b244039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a6956b72c2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9bd89912b54f86" /><Relationship Type="http://schemas.openxmlformats.org/officeDocument/2006/relationships/notesMaster" Target="/ppt/notesMasters/notesMaster1.xml" Id="Rac3fc8d37bbb4b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ef5b7cc2b44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0e5acc24184aa7" /><Relationship Type="http://schemas.openxmlformats.org/officeDocument/2006/relationships/slideLayout" Target="/ppt/slideLayouts/slideLayout1.xml" Id="R8901fcda35d34a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01fcda35d34a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996baa55846e4" /><Relationship Type="http://schemas.openxmlformats.org/officeDocument/2006/relationships/image" Target="/ppt/media/image.png" Id="Rc1fbe130d6ed42e3" /><Relationship Type="http://schemas.openxmlformats.org/officeDocument/2006/relationships/image" Target="/ppt/media/image2.png" Id="R0b0a767f35764bbb" /><Relationship Type="http://schemas.openxmlformats.org/officeDocument/2006/relationships/image" Target="/ppt/media/image3.png" Id="R2a1a4c6b6a924455" /><Relationship Type="http://schemas.openxmlformats.org/officeDocument/2006/relationships/image" Target="/ppt/media/image4.png" Id="R8cd8726675474e47" /><Relationship Type="http://schemas.openxmlformats.org/officeDocument/2006/relationships/image" Target="/ppt/media/image5.png" Id="Rd64e00fc18114eb5" /><Relationship Type="http://schemas.openxmlformats.org/officeDocument/2006/relationships/image" Target="/ppt/media/image6.png" Id="R86c6095a00ac4016" /><Relationship Type="http://schemas.openxmlformats.org/officeDocument/2006/relationships/image" Target="/ppt/media/image7.png" Id="Rc5444cc82ffc4014" /><Relationship Type="http://schemas.openxmlformats.org/officeDocument/2006/relationships/image" Target="/ppt/media/image8.png" Id="R7fbd390294ea4d32" /><Relationship Type="http://schemas.openxmlformats.org/officeDocument/2006/relationships/notesSlide" Target="/ppt/notesSlides/notesSlide1.xml" Id="Rea399f07cc2e4f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330F1CC-44C5-4A2F-A7AE-C948FB4C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246CF2E5-1A90-4B22-B872-02DA2647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4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5FDF5-B05B-48DB-A2E7-C59EACB6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Valores finitos: una gaussiana conjunta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A175FBB7-A76A-4929-B243-CB77BAF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Para calcular, pasamos de funciones a un vector finito de valores.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be130d6ed42e3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4476750" cy="1197466"/>
          </a:xfrm>
          <a:prstGeom xmlns:a="http://schemas.openxmlformats.org/drawingml/2006/main" prst="rect">
            <a:avLst/>
          </a:prstGeom>
        </p:spPr>
      </p:pic>
      <p:sp>
        <p:nvSpPr>
          <p:cNvPr id="6" name="left-rule">
            <a:extLst xmlns:a="http://schemas.openxmlformats.org/drawingml/2006/main">
              <a:ext uri="{FF2B5EF4-FFF2-40B4-BE49-F238E27FC236}">
                <a16:creationId xmlns:a16="http://schemas.microsoft.com/office/drawing/2014/main" id="{A1A0AFC0-48D6-41AB-991E-6537EC6F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3066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" name="frase">
            <a:extLst xmlns:a="http://schemas.openxmlformats.org/drawingml/2006/main">
              <a:ext uri="{FF2B5EF4-FFF2-40B4-BE49-F238E27FC236}">
                <a16:creationId xmlns:a16="http://schemas.microsoft.com/office/drawing/2014/main" id="{4E8A2291-971C-4FA3-9F60-6339CFD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4516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Observaciones y valor desconocido comparten una gaussiana conjunta: esto es lo que luego se condiciona.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a767f35764bbb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a4c6b6a924455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8726675474e47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e00fc18114eb5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6095a00ac4016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44cc82ffc401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d390294ea4d32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5" name="fig-caption">
            <a:extLst xmlns:a="http://schemas.openxmlformats.org/drawingml/2006/main">
              <a:ext uri="{FF2B5EF4-FFF2-40B4-BE49-F238E27FC236}">
                <a16:creationId xmlns:a16="http://schemas.microsoft.com/office/drawing/2014/main" id="{180341BC-2131-4079-B993-5A7636AD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marcas: ubicaciones de cálculo · línea discontinua: punto nuevo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CE6B09-0250-409B-B927-4F242F18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50439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2026-07-04T00:38:30.0020000Z</dcterms:created>
  <dcterms:modified xsi:type="dcterms:W3CDTF">2026-07-04T00:38:30.0020000Z</dcterms:modified>
</coreProperties>
</file>