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55abdf4134182" /><Relationship Type="http://schemas.openxmlformats.org/officeDocument/2006/relationships/extended-properties" Target="/docProps/app.xml" Id="R98cf145f8e4943a6" /><Relationship Type="http://schemas.openxmlformats.org/officeDocument/2006/relationships/officeDocument" Target="/ppt/presentation.xml" Id="R764e0339728d41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0c8bef2054b8b"/>
  </p:sldMasterIdLst>
  <p:notesMasterIdLst>
    <p:notesMasterId xmlns:r="http://schemas.openxmlformats.org/officeDocument/2006/relationships" r:id="Rf298f476f8ce4e4c"/>
  </p:notesMasterIdLst>
  <p:sldIdLst>
    <p:sldId xmlns:r="http://schemas.openxmlformats.org/officeDocument/2006/relationships" id="256" r:id="R8b15040264854e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a94776fbd54bd7" /><Relationship Type="http://schemas.openxmlformats.org/officeDocument/2006/relationships/slideMaster" Target="/ppt/slideMasters/slideMaster1.xml" Id="R3510c8bef2054b8b" /><Relationship Type="http://schemas.openxmlformats.org/officeDocument/2006/relationships/notesMaster" Target="/ppt/notesMasters/notesMaster1.xml" Id="Rf298f476f8ce4e4c" /><Relationship Type="http://schemas.openxmlformats.org/officeDocument/2006/relationships/presProps" Target="/ppt/presProps.xml" Id="Rc947f58178034251" /><Relationship Type="http://schemas.openxmlformats.org/officeDocument/2006/relationships/tableStyles" Target="/ppt/tableStyles.xml" Id="Rb4a1f846e41e478c" /><Relationship Type="http://schemas.openxmlformats.org/officeDocument/2006/relationships/slide" Target="/ppt/slides/slide1.xml" Id="R8b15040264854e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e453382a5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eaef5f7c040ff" /><Relationship Type="http://schemas.openxmlformats.org/officeDocument/2006/relationships/notesMaster" Target="/ppt/notesMasters/notesMaster1.xml" Id="R427ac2c637ed42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824e2cb4248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02df5a3ca84a6c" /><Relationship Type="http://schemas.openxmlformats.org/officeDocument/2006/relationships/slideLayout" Target="/ppt/slideLayouts/slideLayout1.xml" Id="Rc58e364f3f34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e364f3f34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aa89c0681450c" /><Relationship Type="http://schemas.openxmlformats.org/officeDocument/2006/relationships/notesSlide" Target="/ppt/notesSlides/notesSlide1.xml" Id="R302f14edf6e246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D0130F6-1E96-4528-BA76-3D3626EE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METODOLOGÍA / SBO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215A25-C8D0-459B-8CDC-DB1576B2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Del sustituto a la decisión secuencial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C43F542-71F8-4619-B667-40C15FD5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5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Usar el modelo para proponer dónde invertir la siguiente evaluación.</a:t>
            </a:r>
          </a:p>
        </p:txBody>
      </p:sp>
      <p:sp>
        <p:nvSpPr>
          <p:cNvPr id="4" name="initial-design-card">
            <a:extLst xmlns:a="http://schemas.openxmlformats.org/drawingml/2006/main">
              <a:ext uri="{FF2B5EF4-FFF2-40B4-BE49-F238E27FC236}">
                <a16:creationId xmlns:a16="http://schemas.microsoft.com/office/drawing/2014/main" id="{7508FF6D-AF7D-4FFA-996C-233C5601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5" name="initial-design-accent">
            <a:extLst xmlns:a="http://schemas.openxmlformats.org/drawingml/2006/main">
              <a:ext uri="{FF2B5EF4-FFF2-40B4-BE49-F238E27FC236}">
                <a16:creationId xmlns:a16="http://schemas.microsoft.com/office/drawing/2014/main" id="{A83516AF-9F0C-41E0-9341-88B34F83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itial-design-step">
            <a:extLst xmlns:a="http://schemas.openxmlformats.org/drawingml/2006/main">
              <a:ext uri="{FF2B5EF4-FFF2-40B4-BE49-F238E27FC236}">
                <a16:creationId xmlns:a16="http://schemas.microsoft.com/office/drawing/2014/main" id="{977B3CA4-E067-413A-AE34-0D691F0E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01</a:t>
            </a:r>
          </a:p>
        </p:txBody>
      </p:sp>
      <p:sp>
        <p:nvSpPr>
          <p:cNvPr id="7" name="initial-design-title">
            <a:extLst xmlns:a="http://schemas.openxmlformats.org/drawingml/2006/main">
              <a:ext uri="{FF2B5EF4-FFF2-40B4-BE49-F238E27FC236}">
                <a16:creationId xmlns:a16="http://schemas.microsoft.com/office/drawing/2014/main" id="{F6853902-B0B3-4E1A-93B1-CB9373F6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Diseño inicial</a:t>
            </a:r>
          </a:p>
        </p:txBody>
      </p:sp>
      <p:sp>
        <p:nvSpPr>
          <p:cNvPr id="8" name="initial-design-body">
            <a:extLst xmlns:a="http://schemas.openxmlformats.org/drawingml/2006/main">
              <a:ext uri="{FF2B5EF4-FFF2-40B4-BE49-F238E27FC236}">
                <a16:creationId xmlns:a16="http://schemas.microsoft.com/office/drawing/2014/main" id="{7AF46BC9-303B-4544-8A5D-936A89F3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D_n = {(x_i, y_i)}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primeras observaciones</a:t>
            </a:r>
          </a:p>
        </p:txBody>
      </p:sp>
      <p:sp>
        <p:nvSpPr>
          <p:cNvPr id="9" name="train-surrogate-card">
            <a:extLst xmlns:a="http://schemas.openxmlformats.org/drawingml/2006/main">
              <a:ext uri="{FF2B5EF4-FFF2-40B4-BE49-F238E27FC236}">
                <a16:creationId xmlns:a16="http://schemas.microsoft.com/office/drawing/2014/main" id="{1103512C-CB2E-428E-84F5-C3ECDF9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0" name="train-surrogate-accent">
            <a:extLst xmlns:a="http://schemas.openxmlformats.org/drawingml/2006/main">
              <a:ext uri="{FF2B5EF4-FFF2-40B4-BE49-F238E27FC236}">
                <a16:creationId xmlns:a16="http://schemas.microsoft.com/office/drawing/2014/main" id="{5482740C-3855-4CC8-A007-666EF0D9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in-surrogate-step">
            <a:extLst xmlns:a="http://schemas.openxmlformats.org/drawingml/2006/main">
              <a:ext uri="{FF2B5EF4-FFF2-40B4-BE49-F238E27FC236}">
                <a16:creationId xmlns:a16="http://schemas.microsoft.com/office/drawing/2014/main" id="{D52E8434-5536-49DD-9199-130C3D06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02</a:t>
            </a:r>
          </a:p>
        </p:txBody>
      </p:sp>
      <p:sp>
        <p:nvSpPr>
          <p:cNvPr id="12" name="train-surrogate-title">
            <a:extLst xmlns:a="http://schemas.openxmlformats.org/drawingml/2006/main">
              <a:ext uri="{FF2B5EF4-FFF2-40B4-BE49-F238E27FC236}">
                <a16:creationId xmlns:a16="http://schemas.microsoft.com/office/drawing/2014/main" id="{FB87E65F-E391-49CE-A7D1-CC41AEE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Entrenar sustituto</a:t>
            </a:r>
          </a:p>
        </p:txBody>
      </p:sp>
      <p:sp>
        <p:nvSpPr>
          <p:cNvPr id="13" name="train-surrogate-body">
            <a:extLst xmlns:a="http://schemas.openxmlformats.org/drawingml/2006/main">
              <a:ext uri="{FF2B5EF4-FFF2-40B4-BE49-F238E27FC236}">
                <a16:creationId xmlns:a16="http://schemas.microsoft.com/office/drawing/2014/main" id="{F3AFCD12-0747-4E44-AF47-0C1B558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aprender una aproximación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 los datos disponibles</a:t>
            </a:r>
          </a:p>
        </p:txBody>
      </p:sp>
      <p:sp>
        <p:nvSpPr>
          <p:cNvPr id="14" name="prediction-card">
            <a:extLst xmlns:a="http://schemas.openxmlformats.org/drawingml/2006/main">
              <a:ext uri="{FF2B5EF4-FFF2-40B4-BE49-F238E27FC236}">
                <a16:creationId xmlns:a16="http://schemas.microsoft.com/office/drawing/2014/main" id="{BFA6C4CF-743E-4CE5-AB90-ED15CBC4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5" name="prediction-accent">
            <a:extLst xmlns:a="http://schemas.openxmlformats.org/drawingml/2006/main">
              <a:ext uri="{FF2B5EF4-FFF2-40B4-BE49-F238E27FC236}">
                <a16:creationId xmlns:a16="http://schemas.microsoft.com/office/drawing/2014/main" id="{EE10F24C-7045-4199-895A-FD0C6352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ediction-step">
            <a:extLst xmlns:a="http://schemas.openxmlformats.org/drawingml/2006/main">
              <a:ext uri="{FF2B5EF4-FFF2-40B4-BE49-F238E27FC236}">
                <a16:creationId xmlns:a16="http://schemas.microsoft.com/office/drawing/2014/main" id="{ACA9D46E-218B-4E3D-8E96-AEAC8DBD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03</a:t>
            </a:r>
          </a:p>
        </p:txBody>
      </p:sp>
      <p:sp>
        <p:nvSpPr>
          <p:cNvPr id="1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481B3811-3B28-43D7-AE70-C5ABD88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Predicción</a:t>
            </a:r>
          </a:p>
        </p:txBody>
      </p:sp>
      <p:sp>
        <p:nvSpPr>
          <p:cNvPr id="1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8FCF072A-B9B3-4D53-AFB7-AD873984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estimar la respuesta 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nuevas entradas candidatas</a:t>
            </a:r>
          </a:p>
        </p:txBody>
      </p:sp>
      <p:sp>
        <p:nvSpPr>
          <p:cNvPr id="19" name="infill-card">
            <a:extLst xmlns:a="http://schemas.openxmlformats.org/drawingml/2006/main">
              <a:ext uri="{FF2B5EF4-FFF2-40B4-BE49-F238E27FC236}">
                <a16:creationId xmlns:a16="http://schemas.microsoft.com/office/drawing/2014/main" id="{15D82323-7496-4932-8BAC-069EA771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20" name="infill-accent">
            <a:extLst xmlns:a="http://schemas.openxmlformats.org/drawingml/2006/main">
              <a:ext uri="{FF2B5EF4-FFF2-40B4-BE49-F238E27FC236}">
                <a16:creationId xmlns:a16="http://schemas.microsoft.com/office/drawing/2014/main" id="{54073BC1-7AF0-4867-8874-AAD9CD58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fill-step">
            <a:extLst xmlns:a="http://schemas.openxmlformats.org/drawingml/2006/main">
              <a:ext uri="{FF2B5EF4-FFF2-40B4-BE49-F238E27FC236}">
                <a16:creationId xmlns:a16="http://schemas.microsoft.com/office/drawing/2014/main" id="{27A67AA2-F040-4303-A7FD-38B3765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04</a:t>
            </a:r>
          </a:p>
        </p:txBody>
      </p:sp>
      <p:sp>
        <p:nvSpPr>
          <p:cNvPr id="22" name="infill-title">
            <a:extLst xmlns:a="http://schemas.openxmlformats.org/drawingml/2006/main">
              <a:ext uri="{FF2B5EF4-FFF2-40B4-BE49-F238E27FC236}">
                <a16:creationId xmlns:a16="http://schemas.microsoft.com/office/drawing/2014/main" id="{0E6E5772-5271-4F8F-9960-690329B1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1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Criterio de adquisición / infill</a:t>
            </a:r>
          </a:p>
        </p:txBody>
      </p:sp>
      <p:sp>
        <p:nvSpPr>
          <p:cNvPr id="23" name="infill-body">
            <a:extLst xmlns:a="http://schemas.openxmlformats.org/drawingml/2006/main">
              <a:ext uri="{FF2B5EF4-FFF2-40B4-BE49-F238E27FC236}">
                <a16:creationId xmlns:a16="http://schemas.microsoft.com/office/drawing/2014/main" id="{F141A00A-4A7D-4378-9815-F85EA3BF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convertir predicciones 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una regla de selección</a:t>
            </a:r>
          </a:p>
        </p:txBody>
      </p:sp>
      <p:sp>
        <p:nvSpPr>
          <p:cNvPr id="24" name="optimize-card">
            <a:extLst xmlns:a="http://schemas.openxmlformats.org/drawingml/2006/main">
              <a:ext uri="{FF2B5EF4-FFF2-40B4-BE49-F238E27FC236}">
                <a16:creationId xmlns:a16="http://schemas.microsoft.com/office/drawing/2014/main" id="{B8686F7F-3141-4710-940C-C9AAE0DE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25" name="optimize-accent">
            <a:extLst xmlns:a="http://schemas.openxmlformats.org/drawingml/2006/main">
              <a:ext uri="{FF2B5EF4-FFF2-40B4-BE49-F238E27FC236}">
                <a16:creationId xmlns:a16="http://schemas.microsoft.com/office/drawing/2014/main" id="{F4FD5687-75A3-4475-A620-572F382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ptimize-step">
            <a:extLst xmlns:a="http://schemas.openxmlformats.org/drawingml/2006/main">
              <a:ext uri="{FF2B5EF4-FFF2-40B4-BE49-F238E27FC236}">
                <a16:creationId xmlns:a16="http://schemas.microsoft.com/office/drawing/2014/main" id="{EE80DF02-36E6-4386-A3C8-7D7A29C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05</a:t>
            </a:r>
          </a:p>
        </p:txBody>
      </p:sp>
      <p:sp>
        <p:nvSpPr>
          <p:cNvPr id="27" name="optimize-title">
            <a:extLst xmlns:a="http://schemas.openxmlformats.org/drawingml/2006/main">
              <a:ext uri="{FF2B5EF4-FFF2-40B4-BE49-F238E27FC236}">
                <a16:creationId xmlns:a16="http://schemas.microsoft.com/office/drawing/2014/main" id="{4FB4CBB8-4B27-416D-A229-913E974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9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Optimizar criterio</a:t>
            </a:r>
          </a:p>
        </p:txBody>
      </p:sp>
      <p:sp>
        <p:nvSpPr>
          <p:cNvPr id="28" name="optimize-body">
            <a:extLst xmlns:a="http://schemas.openxmlformats.org/drawingml/2006/main">
              <a:ext uri="{FF2B5EF4-FFF2-40B4-BE49-F238E27FC236}">
                <a16:creationId xmlns:a16="http://schemas.microsoft.com/office/drawing/2014/main" id="{5E32B875-5404-45FF-8C24-380E818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91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seleccionar la candidata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más prometedora</a:t>
            </a:r>
          </a:p>
        </p:txBody>
      </p:sp>
      <p:sp>
        <p:nvSpPr>
          <p:cNvPr id="29" name="real-system-card">
            <a:extLst xmlns:a="http://schemas.openxmlformats.org/drawingml/2006/main">
              <a:ext uri="{FF2B5EF4-FFF2-40B4-BE49-F238E27FC236}">
                <a16:creationId xmlns:a16="http://schemas.microsoft.com/office/drawing/2014/main" id="{B73330DF-9EE7-4072-B6E7-D9E145C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30" name="real-system-accent">
            <a:extLst xmlns:a="http://schemas.openxmlformats.org/drawingml/2006/main">
              <a:ext uri="{FF2B5EF4-FFF2-40B4-BE49-F238E27FC236}">
                <a16:creationId xmlns:a16="http://schemas.microsoft.com/office/drawing/2014/main" id="{03930A9E-028B-461A-A6A8-8ACD9B82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al-system-step">
            <a:extLst xmlns:a="http://schemas.openxmlformats.org/drawingml/2006/main">
              <a:ext uri="{FF2B5EF4-FFF2-40B4-BE49-F238E27FC236}">
                <a16:creationId xmlns:a16="http://schemas.microsoft.com/office/drawing/2014/main" id="{58D51F40-8764-42A1-9479-8ACD5583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06</a:t>
            </a:r>
          </a:p>
        </p:txBody>
      </p:sp>
      <p:sp>
        <p:nvSpPr>
          <p:cNvPr id="32" name="real-system-title">
            <a:extLst xmlns:a="http://schemas.openxmlformats.org/drawingml/2006/main">
              <a:ext uri="{FF2B5EF4-FFF2-40B4-BE49-F238E27FC236}">
                <a16:creationId xmlns:a16="http://schemas.microsoft.com/office/drawing/2014/main" id="{621A3D70-CD19-4611-A5BF-A8D9ECC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Evaluar sistema real</a:t>
            </a:r>
          </a:p>
        </p:txBody>
      </p:sp>
      <p:sp>
        <p:nvSpPr>
          <p:cNvPr id="33" name="real-system-body">
            <a:extLst xmlns:a="http://schemas.openxmlformats.org/drawingml/2006/main">
              <a:ext uri="{FF2B5EF4-FFF2-40B4-BE49-F238E27FC236}">
                <a16:creationId xmlns:a16="http://schemas.microsoft.com/office/drawing/2014/main" id="{34D43F5E-A47F-4B63-9926-21163A65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obtener y_next = f(x_next)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mediante ensayo real</a:t>
            </a:r>
          </a:p>
        </p:txBody>
      </p:sp>
      <p:sp>
        <p:nvSpPr>
          <p:cNvPr id="34" name="update-data-card">
            <a:extLst xmlns:a="http://schemas.openxmlformats.org/drawingml/2006/main">
              <a:ext uri="{FF2B5EF4-FFF2-40B4-BE49-F238E27FC236}">
                <a16:creationId xmlns:a16="http://schemas.microsoft.com/office/drawing/2014/main" id="{B7E9484A-C666-4B23-BF83-80184E30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35" name="update-data-accent">
            <a:extLst xmlns:a="http://schemas.openxmlformats.org/drawingml/2006/main">
              <a:ext uri="{FF2B5EF4-FFF2-40B4-BE49-F238E27FC236}">
                <a16:creationId xmlns:a16="http://schemas.microsoft.com/office/drawing/2014/main" id="{B20BC95B-123E-4E8B-A7D0-E4B5C062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update-data-step">
            <a:extLst xmlns:a="http://schemas.openxmlformats.org/drawingml/2006/main">
              <a:ext uri="{FF2B5EF4-FFF2-40B4-BE49-F238E27FC236}">
                <a16:creationId xmlns:a16="http://schemas.microsoft.com/office/drawing/2014/main" id="{1E82601A-0705-4541-A52A-5FDE9CB5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07</a:t>
            </a:r>
          </a:p>
        </p:txBody>
      </p:sp>
      <p:sp>
        <p:nvSpPr>
          <p:cNvPr id="37" name="update-data-title">
            <a:extLst xmlns:a="http://schemas.openxmlformats.org/drawingml/2006/main">
              <a:ext uri="{FF2B5EF4-FFF2-40B4-BE49-F238E27FC236}">
                <a16:creationId xmlns:a16="http://schemas.microsoft.com/office/drawing/2014/main" id="{BE002D37-18C3-4124-9551-491B1BA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29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Actualizar datos</a:t>
            </a:r>
          </a:p>
        </p:txBody>
      </p:sp>
      <p:sp>
        <p:nvSpPr>
          <p:cNvPr id="38" name="update-data-body">
            <a:extLst xmlns:a="http://schemas.openxmlformats.org/drawingml/2006/main">
              <a:ext uri="{FF2B5EF4-FFF2-40B4-BE49-F238E27FC236}">
                <a16:creationId xmlns:a16="http://schemas.microsoft.com/office/drawing/2014/main" id="{DF4010C5-3459-4544-A7D8-26105E95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91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incorporar (x_next, y_next)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al conjunto observado</a:t>
            </a:r>
          </a:p>
        </p:txBody>
      </p:sp>
      <p:sp>
        <p:nvSpPr>
          <p:cNvPr id="39" name="repeat-cycle-card">
            <a:extLst xmlns:a="http://schemas.openxmlformats.org/drawingml/2006/main">
              <a:ext uri="{FF2B5EF4-FFF2-40B4-BE49-F238E27FC236}">
                <a16:creationId xmlns:a16="http://schemas.microsoft.com/office/drawing/2014/main" id="{E2F3A0A1-64C4-45A3-BC91-FC0FD1BD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10001">
            <a:solidFill>
              <a:srgbClr val="174C5B"/>
            </a:solidFill>
            <a:prstDash val="solid"/>
          </a:ln>
        </p:spPr>
      </p:sp>
      <p:sp>
        <p:nvSpPr>
          <p:cNvPr id="40" name="repeat-cycle-accent">
            <a:extLst xmlns:a="http://schemas.openxmlformats.org/drawingml/2006/main">
              <a:ext uri="{FF2B5EF4-FFF2-40B4-BE49-F238E27FC236}">
                <a16:creationId xmlns:a16="http://schemas.microsoft.com/office/drawing/2014/main" id="{ACE055CE-D2E8-43E0-9E8E-D2C4FAF4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peat-cycle-step">
            <a:extLst xmlns:a="http://schemas.openxmlformats.org/drawingml/2006/main">
              <a:ext uri="{FF2B5EF4-FFF2-40B4-BE49-F238E27FC236}">
                <a16:creationId xmlns:a16="http://schemas.microsoft.com/office/drawing/2014/main" id="{1627BCBC-A76C-4EDB-A125-1CF90A2F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CFE1E4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CFE1E4"/>
                </a:solidFill>
                <a:latin typeface="Google Sans"/>
                <a:ea typeface="Google Sans"/>
                <a:cs typeface="Google Sans"/>
              </a:rPr>
              <a:t>08</a:t>
            </a:r>
          </a:p>
        </p:txBody>
      </p:sp>
      <p:sp>
        <p:nvSpPr>
          <p:cNvPr id="42" name="repeat-cycle-title">
            <a:extLst xmlns:a="http://schemas.openxmlformats.org/drawingml/2006/main">
              <a:ext uri="{FF2B5EF4-FFF2-40B4-BE49-F238E27FC236}">
                <a16:creationId xmlns:a16="http://schemas.microsoft.com/office/drawing/2014/main" id="{930D8095-5B32-43CC-8722-2F47B5D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Repetir ciclo</a:t>
            </a:r>
          </a:p>
        </p:txBody>
      </p:sp>
      <p:sp>
        <p:nvSpPr>
          <p:cNvPr id="43" name="repeat-cycle-body">
            <a:extLst xmlns:a="http://schemas.openxmlformats.org/drawingml/2006/main">
              <a:ext uri="{FF2B5EF4-FFF2-40B4-BE49-F238E27FC236}">
                <a16:creationId xmlns:a16="http://schemas.microsoft.com/office/drawing/2014/main" id="{F9F43635-0672-4C1D-8D1F-785E0AA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rPr>
              <a:t>hasta agotar el presupuesto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rPr>
              <a:t>de evaluaciones</a:t>
            </a:r>
          </a:p>
        </p:txBody>
      </p:sp>
      <p:cxnSp>
        <p:nvCxnSpPr>
          <p:cNvPr id="100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9595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C9822B"/>
            </a:solidFill>
            <a:prstDash val="solid"/>
            <a:round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439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829800" y="321945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C9822B"/>
            </a:solidFill>
            <a:prstDash val="solid"/>
            <a:round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24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8343900" y="4381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2F7D6D"/>
            </a:solidFill>
            <a:prstDash val="solid"/>
            <a:round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29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5695950" y="4381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34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3048000" y="4381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C9822B"/>
            </a:solidFill>
            <a:prstDash val="solid"/>
            <a:round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39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885950" y="321945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sp>
        <p:nvSpPr>
          <p:cNvPr id="52" name="loop-caption">
            <a:extLst xmlns:a="http://schemas.openxmlformats.org/drawingml/2006/main">
              <a:ext uri="{FF2B5EF4-FFF2-40B4-BE49-F238E27FC236}">
                <a16:creationId xmlns:a16="http://schemas.microsoft.com/office/drawing/2014/main" id="{23E4065A-92FE-4688-86D8-AD4FE8D3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ciclo secuencial de infill</a:t>
            </a:r>
          </a:p>
        </p:txBody>
      </p:sp>
      <p:sp>
        <p:nvSpPr>
          <p:cNvPr id="53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A332D889-D112-4292-B518-85C89E77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CFC7BA"/>
            </a:solidFill>
            <a:prstDash val="solid"/>
          </a:ln>
        </p:spPr>
      </p:sp>
      <p:sp>
        <p:nvSpPr>
          <p:cNvPr id="54" name="bottom-kicker">
            <a:extLst xmlns:a="http://schemas.openxmlformats.org/drawingml/2006/main">
              <a:ext uri="{FF2B5EF4-FFF2-40B4-BE49-F238E27FC236}">
                <a16:creationId xmlns:a16="http://schemas.microsoft.com/office/drawing/2014/main" id="{793930AA-7BDC-4E03-B075-5A28E011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0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Puente metodológico</a:t>
            </a:r>
          </a:p>
        </p:txBody>
      </p:sp>
      <p:sp>
        <p:nvSpPr>
          <p:cNvPr id="55" name="takeaway">
            <a:extLst xmlns:a="http://schemas.openxmlformats.org/drawingml/2006/main">
              <a:ext uri="{FF2B5EF4-FFF2-40B4-BE49-F238E27FC236}">
                <a16:creationId xmlns:a16="http://schemas.microsoft.com/office/drawing/2014/main" id="{BAE4043F-833F-4C18-A806-D14ED6FD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578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clave no es explorar todo el espacio, sino elegir mejor el siguiente ensayo.</a:t>
            </a:r>
          </a:p>
        </p:txBody>
      </p:sp>
      <p:sp>
        <p:nvSpPr>
          <p:cNvPr id="5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BFF9E2-1D43-4C06-8717-EE1B107B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9354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2026-07-01T16:17:31.1920000Z</dcterms:created>
  <dcterms:modified xsi:type="dcterms:W3CDTF">2026-07-01T16:17:31.1920000Z</dcterms:modified>
</coreProperties>
</file>